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4"/>
  </p:notesMasterIdLst>
  <p:sldIdLst>
    <p:sldId id="263" r:id="rId2"/>
    <p:sldId id="257" r:id="rId3"/>
    <p:sldId id="259" r:id="rId4"/>
    <p:sldId id="260" r:id="rId5"/>
    <p:sldId id="261" r:id="rId6"/>
    <p:sldId id="262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298" r:id="rId42"/>
    <p:sldId id="299" r:id="rId43"/>
    <p:sldId id="300" r:id="rId44"/>
    <p:sldId id="301" r:id="rId45"/>
    <p:sldId id="302" r:id="rId46"/>
    <p:sldId id="303" r:id="rId47"/>
    <p:sldId id="304" r:id="rId48"/>
    <p:sldId id="305" r:id="rId49"/>
    <p:sldId id="306" r:id="rId50"/>
    <p:sldId id="307" r:id="rId51"/>
    <p:sldId id="308" r:id="rId52"/>
    <p:sldId id="309" r:id="rId5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1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76AD0A-BF81-4DAF-A40C-1DDBE45EF629}" type="datetimeFigureOut">
              <a:rPr lang="zh-TW" altLang="en-US" smtClean="0"/>
              <a:t>2026/7/23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871667-F02D-484A-AF0D-2C72DAD22E3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902252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871667-F02D-484A-AF0D-2C72DAD22E3E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78501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E11E966-7DD7-C6A4-FDFE-27FA4D9FB0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0B55AF8B-89C6-10F9-3C0B-AB0058E48C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BF4E6FB-1BE7-03EB-0EF4-B0898FF32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87BB4-4F9C-43A2-BBBA-0F75BB343B86}" type="datetimeFigureOut">
              <a:rPr lang="zh-TW" altLang="en-US" smtClean="0"/>
              <a:t>2026/7/23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0DB66D9-A7B4-6C49-ECC3-629E39695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C5D13C4-BCF2-8354-A728-0359741FC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01E41-6A1D-432A-9E0E-2865A6A82A1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24802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6A5A882-EB76-86AF-3D1F-F3A23008B7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172" y="2766218"/>
            <a:ext cx="11291656" cy="1325563"/>
          </a:xfrm>
        </p:spPr>
        <p:txBody>
          <a:bodyPr>
            <a:normAutofit/>
          </a:bodyPr>
          <a:lstStyle>
            <a:lvl1pPr algn="ctr">
              <a:defRPr sz="5400"/>
            </a:lvl1pPr>
          </a:lstStyle>
          <a:p>
            <a:r>
              <a:rPr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41362319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9BC5347-158C-7F5A-99D9-56CE13DE2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250DD2B-1AF6-485E-510E-5D8A47AFD5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84AE51C-434C-2689-1BBC-36C81D3D3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87BB4-4F9C-43A2-BBBA-0F75BB343B86}" type="datetimeFigureOut">
              <a:rPr lang="zh-TW" altLang="en-US" smtClean="0"/>
              <a:t>2026/7/23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858100E-D646-2B4A-8B5F-69E52289E5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FBDFD2F-AF12-CE37-7B31-482F17B68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01E41-6A1D-432A-9E0E-2865A6A82A1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245664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C57B5F7-7B0C-F6C8-6387-9413A91FBA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3C2B3B0-CDA6-41B4-8619-613EFC5E51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9AB24ED-007D-D1A4-30A7-B2F8FC0D45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87BB4-4F9C-43A2-BBBA-0F75BB343B86}" type="datetimeFigureOut">
              <a:rPr lang="zh-TW" altLang="en-US" smtClean="0"/>
              <a:t>2026/7/23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4B8FBC0-B31E-7CCA-020F-6F8D75C75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EFB0D47-FC98-0E0B-E48D-CBBBEE3A3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01E41-6A1D-432A-9E0E-2865A6A82A1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532419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D26C8BE-74EA-2B7E-1946-BD0B07771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E5C8A63-ABC4-4F20-AA16-AF9EB67325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0B15262D-7764-2A37-C3C8-A65B6311C8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363D122-55FC-4AFE-60AF-9415531F0C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87BB4-4F9C-43A2-BBBA-0F75BB343B86}" type="datetimeFigureOut">
              <a:rPr lang="zh-TW" altLang="en-US" smtClean="0"/>
              <a:t>2026/7/23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977607D-C3C5-03C1-63DE-562B62260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E13A22A-89E6-276F-44A5-500BA4F1B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01E41-6A1D-432A-9E0E-2865A6A82A1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74358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3E83E50-1861-D4DA-6583-57D9D03EF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51FCEFC-66FC-ABD3-5055-37192BBE09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AB57320-9184-3FE6-7773-24540DCDF9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BCA41ECF-2701-2FC2-D080-98003D1512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791FFB58-A087-C474-8071-E0BEB29A54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F1D7A49C-A30E-150D-F1D5-59524DE6F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87BB4-4F9C-43A2-BBBA-0F75BB343B86}" type="datetimeFigureOut">
              <a:rPr lang="zh-TW" altLang="en-US" smtClean="0"/>
              <a:t>2026/7/23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F2DEE044-5613-EFEF-133A-59277AB63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D403BD9B-7DA1-15A5-18ED-CA26D0475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01E41-6A1D-432A-9E0E-2865A6A82A1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268611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CD68A2B-E4D5-E4A1-43BF-6A889394E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F49A4A2D-D34D-1CF4-AF70-490FBD8B5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87BB4-4F9C-43A2-BBBA-0F75BB343B86}" type="datetimeFigureOut">
              <a:rPr lang="zh-TW" altLang="en-US" smtClean="0"/>
              <a:t>2026/7/23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A75CEFE7-30C6-51B3-5B98-80811B751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7483BA3-D099-BF27-071F-ED7716A6E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01E41-6A1D-432A-9E0E-2865A6A82A1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14154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60FFDFB5-F141-51FF-3F6C-784A280FE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87BB4-4F9C-43A2-BBBA-0F75BB343B86}" type="datetimeFigureOut">
              <a:rPr lang="zh-TW" altLang="en-US" smtClean="0"/>
              <a:t>2026/7/23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2B2D31C2-AD62-5A54-4550-20ABCF4D0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4D267B6-0B61-EAB9-A879-377A0B532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01E41-6A1D-432A-9E0E-2865A6A82A1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769061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786837C-DAA4-EDFA-782F-329E723A2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F629262-A041-4B1B-69E5-E7D797AE15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885A2405-ED46-49FD-CA33-B0753A5BC6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635B5FE-776E-A1D9-384B-4C34EBE5FD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87BB4-4F9C-43A2-BBBA-0F75BB343B86}" type="datetimeFigureOut">
              <a:rPr lang="zh-TW" altLang="en-US" smtClean="0"/>
              <a:t>2026/7/23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5563EE3-B044-486B-C173-9A7725D13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0F164A0-08A9-B9F7-05E6-19EDA0A00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01E41-6A1D-432A-9E0E-2865A6A82A1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562360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DE98539-0C7F-E413-4A02-06A3DE0EEC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89917271-6026-92E8-C4A6-B3137F8B6E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D89AA883-E7D2-65FE-61FC-250DCA660A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DC40B1B-CA57-158C-1BA0-A9793C0715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87BB4-4F9C-43A2-BBBA-0F75BB343B86}" type="datetimeFigureOut">
              <a:rPr lang="zh-TW" altLang="en-US" smtClean="0"/>
              <a:t>2026/7/23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614470A-5723-4A66-9B35-856B68BBC1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F76FFF7-50F6-35E2-7F37-86E8521DD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01E41-6A1D-432A-9E0E-2865A6A82A1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195797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7ACBA52-DFD4-EF72-83A9-D6412D3BB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435D29A9-959E-4F42-329A-5E05BBAAC3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91C8EBC-B332-32AA-658B-D9A013E6E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87BB4-4F9C-43A2-BBBA-0F75BB343B86}" type="datetimeFigureOut">
              <a:rPr lang="zh-TW" altLang="en-US" smtClean="0"/>
              <a:t>2026/7/23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A7A724E-88F9-F4CF-35B2-E07EEDD57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54202DC-2561-CA8F-876D-A9C94D72D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01E41-6A1D-432A-9E0E-2865A6A82A1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071027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498E851F-C9AC-D8C7-3792-7185E10EE1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BB6F9580-38BD-437C-D392-536491829B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713DEA5-15CD-93D9-846C-7107E8B65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87BB4-4F9C-43A2-BBBA-0F75BB343B86}" type="datetimeFigureOut">
              <a:rPr lang="zh-TW" altLang="en-US" smtClean="0"/>
              <a:t>2026/7/23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35C67A3-DE37-63B0-1DA5-ACB03DFDE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D15C366-9ED9-F291-5C7F-E7EB0F080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01E41-6A1D-432A-9E0E-2865A6A82A1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994040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F0511A83-DCB5-735B-E545-D676B238B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85C906E-FAC3-9CB4-B9CB-BDF6133CB0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AE1B30F-AB22-B6A6-7635-5C808ED923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jf金萱 七分糖" panose="020B0800000000000000" pitchFamily="34" charset="-120"/>
                <a:ea typeface="jf金萱 七分糖" panose="020B0800000000000000" pitchFamily="34" charset="-120"/>
              </a:defRPr>
            </a:lvl1pPr>
          </a:lstStyle>
          <a:p>
            <a:fld id="{51C87BB4-4F9C-43A2-BBBA-0F75BB343B86}" type="datetimeFigureOut">
              <a:rPr lang="zh-TW" altLang="en-US" smtClean="0"/>
              <a:pPr/>
              <a:t>2026/7/23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34AD54A-E5C6-8955-9D9D-B6619BC64C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jf金萱 七分糖" panose="020B0800000000000000" pitchFamily="34" charset="-120"/>
                <a:ea typeface="jf金萱 七分糖" panose="020B0800000000000000" pitchFamily="34" charset="-120"/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48E721F-86F6-7926-2636-4E1B731676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jf金萱 七分糖" panose="020B0800000000000000" pitchFamily="34" charset="-120"/>
                <a:ea typeface="jf金萱 七分糖" panose="020B0800000000000000" pitchFamily="34" charset="-120"/>
              </a:defRPr>
            </a:lvl1pPr>
          </a:lstStyle>
          <a:p>
            <a:fld id="{14801E41-6A1D-432A-9E0E-2865A6A82A1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519182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jf金萱 七分糖" panose="020B0800000000000000" pitchFamily="34" charset="-120"/>
          <a:ea typeface="jf金萱 七分糖" panose="020B0800000000000000" pitchFamily="34" charset="-12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jf金萱 七分糖" panose="020B0800000000000000" pitchFamily="34" charset="-120"/>
          <a:ea typeface="jf金萱 七分糖" panose="020B0800000000000000" pitchFamily="34" charset="-12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jf金萱 七分糖" panose="020B0800000000000000" pitchFamily="34" charset="-120"/>
          <a:ea typeface="jf金萱 七分糖" panose="020B0800000000000000" pitchFamily="34" charset="-12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jf金萱 七分糖" panose="020B0800000000000000" pitchFamily="34" charset="-120"/>
          <a:ea typeface="jf金萱 七分糖" panose="020B0800000000000000" pitchFamily="34" charset="-12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jf金萱 七分糖" panose="020B0800000000000000" pitchFamily="34" charset="-120"/>
          <a:ea typeface="jf金萱 七分糖" panose="020B0800000000000000" pitchFamily="34" charset="-12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jf金萱 七分糖" panose="020B0800000000000000" pitchFamily="34" charset="-120"/>
          <a:ea typeface="jf金萱 七分糖" panose="020B0800000000000000" pitchFamily="34" charset="-12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EAE47E-FF7B-4A72-6F46-5CBCED7F3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4DE51F03-B98E-6EDC-43CF-6BB073AE9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85287"/>
            <a:ext cx="12192000" cy="248742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TW" altLang="zh-TW" dirty="0"/>
              <a:t>流星雨物語──致虛幻而壯闊的宇宙</a:t>
            </a:r>
            <a:br>
              <a:rPr lang="en-US" altLang="zh-TW" dirty="0"/>
            </a:br>
            <a:r>
              <a:rPr lang="zh-TW" altLang="zh-TW" sz="3200" b="1" dirty="0"/>
              <a:t>流星群の物語～はかなくも壮大な宇宙へ～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505779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3C114040-5D39-6961-3F54-B3C0C0F2B4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在宇宙的深處</a:t>
            </a:r>
            <a:r>
              <a:rPr lang="zh-TW" altLang="en-US" dirty="0"/>
              <a:t>　</a:t>
            </a:r>
            <a:r>
              <a:rPr lang="zh-TW" altLang="zh-TW" dirty="0"/>
              <a:t>光芒反覆盈虧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5303064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F66A8B3-E9DB-1663-72EB-61EA3BE2C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時而光明</a:t>
            </a:r>
            <a:r>
              <a:rPr lang="zh-TW" altLang="en-US" dirty="0"/>
              <a:t>　</a:t>
            </a:r>
            <a:r>
              <a:rPr lang="zh-TW" altLang="zh-TW" dirty="0"/>
              <a:t>時而昏暗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291749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860F13-2411-36A3-4D3C-2B8031F55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經歷無數次的強弱起伏後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04345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24C43F2-3E64-8DD3-11DA-F0A86FCA6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星辰最終迎來極致的交響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3638080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A83A1BE-9C09-7923-9350-016F472AD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劇烈地噴發</a:t>
            </a:r>
            <a:r>
              <a:rPr lang="zh-TW" altLang="en-US" dirty="0"/>
              <a:t>　</a:t>
            </a:r>
            <a:r>
              <a:rPr lang="zh-TW" altLang="zh-TW" dirty="0"/>
              <a:t>照亮宇宙中的一切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934991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2BDD862-720D-0991-FBAD-6E4648F1A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TW" altLang="zh-TW" dirty="0"/>
              <a:t>無數的光點與粒子向外飛散</a:t>
            </a:r>
            <a:r>
              <a:rPr lang="zh-TW" altLang="en-US" dirty="0"/>
              <a:t>　</a:t>
            </a:r>
            <a:r>
              <a:rPr lang="zh-TW" altLang="zh-TW" dirty="0"/>
              <a:t>灑向天際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879739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39FCBEE-AD37-E0AE-9FD2-C9CDD1C10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這就是「</a:t>
            </a:r>
            <a:r>
              <a:rPr lang="zh-TW" altLang="zh-TW" b="1" dirty="0"/>
              <a:t>超新星爆炸</a:t>
            </a:r>
            <a:r>
              <a:rPr lang="zh-TW" altLang="zh-TW" dirty="0"/>
              <a:t>」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475010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7040BB4-526E-0D4B-E6BE-03AE79F70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今晚</a:t>
            </a:r>
            <a:r>
              <a:rPr lang="zh-TW" altLang="en-US" dirty="0"/>
              <a:t>　</a:t>
            </a:r>
            <a:r>
              <a:rPr lang="zh-TW" altLang="zh-TW" dirty="0"/>
              <a:t>每一聲墜落的音符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9653431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4336357-2138-20BE-09ED-E71064A9E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都是為了慶祝遙遠的彼方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677895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CE010CF-D62E-1B92-96FA-3A01ADC4B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星體的消亡與誕生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090432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AA0694D-E255-4C7E-86FC-961037B28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現在</a:t>
            </a:r>
            <a:r>
              <a:rPr lang="zh-TW" altLang="en-US" dirty="0"/>
              <a:t>　</a:t>
            </a:r>
            <a:r>
              <a:rPr lang="zh-TW" altLang="zh-TW" dirty="0"/>
              <a:t>跟著樂團的旋律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3055941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8C2C01C-9434-D907-430A-72AC635B1E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66218"/>
            <a:ext cx="12191999" cy="1325563"/>
          </a:xfrm>
        </p:spPr>
        <p:txBody>
          <a:bodyPr>
            <a:normAutofit fontScale="90000"/>
          </a:bodyPr>
          <a:lstStyle/>
          <a:p>
            <a:r>
              <a:rPr lang="zh-TW" altLang="zh-TW" dirty="0"/>
              <a:t>在這場穿越億萬光年的星系祭典中一同共鳴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648630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48935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A791B6D-2176-F53A-5D6D-AC0EE8395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超新星爆炸</a:t>
            </a:r>
            <a:r>
              <a:rPr lang="zh-TW" altLang="en-US" dirty="0"/>
              <a:t>　</a:t>
            </a:r>
            <a:r>
              <a:rPr lang="zh-TW" altLang="zh-TW" dirty="0"/>
              <a:t>宇宙級的世紀煙火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178517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F9D9F7A-2DB8-91C8-6BB7-E6F38BE6C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地球上的人類卻難以親眼見證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265251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FCD4B85-45DF-70E2-BC0A-C52389B6C7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zh-TW" dirty="0"/>
              <a:t>雖然無法領略幾百光年外巨星的震撼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980379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05E6F6E-27D8-2726-F19D-C921A553C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但在夜晚</a:t>
            </a:r>
            <a:r>
              <a:rPr lang="zh-TW" altLang="en-US" dirty="0"/>
              <a:t>　</a:t>
            </a:r>
            <a:r>
              <a:rPr lang="zh-TW" altLang="zh-TW" dirty="0"/>
              <a:t>抬起頭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408904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89EEA2E-8913-8A54-144B-492D7C11C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或許能瞧見</a:t>
            </a:r>
            <a:r>
              <a:rPr lang="zh-TW" altLang="zh-TW" b="1" dirty="0"/>
              <a:t>流星雨</a:t>
            </a:r>
            <a:r>
              <a:rPr lang="zh-TW" altLang="zh-TW" dirty="0"/>
              <a:t>正劃過夜空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604626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198AD4F-8737-E56A-37E5-A24920A3D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這是距離我們最近的天文現象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464658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A14AA4A-1C38-2C71-749A-7EF162E96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降臨到地球的光芒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337616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8360B6-8F62-743A-1EB1-83A00C5BB4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B87FEE6-8E82-BAF7-6402-3A27FE3715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是宇宙塵埃與地球交織後的燃燒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3915951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2F48FF-65AB-0B8B-34BA-FF0A4538F6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05FC2F2-FBD4-DB93-D6FB-C54A57654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讓我們用音樂感受流星的瞬息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244262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16AFAF-3591-068E-F5EC-E85E65FAA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8217151-1511-C9D2-2098-986FEE27E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專屬於此時此刻、近在咫尺的浪漫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2799824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562D9A-FBE6-8759-89F8-60FB5A8CC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5554989-D7AA-DAEF-FD2E-FD97ADEC3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552758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A91298-9635-1D06-4933-28A42F67B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48EC96F-1454-B123-4AB2-3A8D4A7A7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廣袤的宇宙中</a:t>
            </a:r>
            <a:r>
              <a:rPr lang="zh-TW" altLang="en-US" dirty="0"/>
              <a:t>　</a:t>
            </a:r>
            <a:r>
              <a:rPr lang="zh-TW" altLang="zh-TW" dirty="0"/>
              <a:t>群星活躍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6668719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716563-1ED1-4E46-FD76-9AE0A01E0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D1D2A46-2449-7AD5-40A6-949A8AD98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b="1" dirty="0"/>
              <a:t>閃爍的星光</a:t>
            </a:r>
            <a:r>
              <a:rPr lang="zh-TW" altLang="zh-TW" dirty="0"/>
              <a:t>能組成星座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93705030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142F8D-BF9B-EC5C-4D6A-632111793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1C0D8F5-4C4B-95AB-0578-B732157D2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看似緊密</a:t>
            </a:r>
            <a:r>
              <a:rPr lang="zh-TW" altLang="en-US" dirty="0"/>
              <a:t>　</a:t>
            </a:r>
            <a:r>
              <a:rPr lang="zh-TW" altLang="zh-TW" dirty="0"/>
              <a:t>實際上相隔十分遙遠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98279750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2F3A17-C6D0-0C8F-79CE-19FB4538B0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4025917-84BB-4D52-E91D-A1F5AE6D3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浩瀚銀河裡的每顆星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646587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F17909-381F-AD35-A67F-E625C32B33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86CAA0-B33E-F1ED-B1CA-8A4781D356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都是獨立而孤獨的存在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7569497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901F97-50F2-5508-5787-4297EF7D96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A82FFC1-26DC-99C8-B8FC-A1B2AC711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如同人海中的你我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19850417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C290CC5-62ED-6FEB-0EB2-87EFFB008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但正因為這份孤獨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825019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4DD0D8-62D5-4CD4-F196-F6F991D158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4A1FCBD-3546-557F-1758-CE0A893B1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那些在黑暗中堅持閃爍的微光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2264270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577C54-5272-B210-15A4-9DCE74C2E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4D78732-614D-F79F-B928-AB1F8EAC1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才顯得如此珍貴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0489707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E4D739-7EFC-8227-905C-0232AB5FB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F7D0D29-218F-3ACF-A7F0-3974E3FDC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即便相距遙遠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13060903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8B2505-0BB2-2B48-69CA-00EC886807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15A661-6B96-962D-C9D8-6E393761A8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此刻，在宇宙的舞台上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2064792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85DDC3-0D28-315E-48C1-E5ED029B5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D44BE1D-9846-7C10-661C-12BF55391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我們隨著樂曲彼此輝映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5588345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D199E8-969D-0C1F-83B6-E07173C71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DB486FE-4CBB-05AD-5723-1FED8EB39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6939619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46AC5A-013A-5B23-6B9C-765F93F4D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5FDEB20-75B6-8BCE-3EB4-52B917109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面對未知的宇宙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1085969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F19D90-EB70-990D-4DCA-FD1CBDB092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7DF7EC3-610F-1418-EEC2-8BDC28D3A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人類始終渺小而微不足道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3791793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195CC9-AE33-892F-C069-7F327C43F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C7A28F2-EE3A-939A-99F5-3AC544BE5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然而，如未曾邁開腳步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15018308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6541558-237F-764D-E80D-974788BB7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66218"/>
            <a:ext cx="12192000" cy="1325563"/>
          </a:xfrm>
        </p:spPr>
        <p:txBody>
          <a:bodyPr>
            <a:normAutofit fontScale="90000"/>
          </a:bodyPr>
          <a:lstStyle/>
          <a:p>
            <a:r>
              <a:rPr lang="zh-TW" altLang="zh-TW" dirty="0"/>
              <a:t>就永遠無法體會那</a:t>
            </a:r>
            <a:r>
              <a:rPr lang="zh-TW" altLang="zh-TW" b="1" dirty="0"/>
              <a:t>虛幻</a:t>
            </a:r>
            <a:r>
              <a:rPr lang="zh-TW" altLang="zh-TW" dirty="0"/>
              <a:t>背後的深邃與奧妙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90308644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6403CA8-353F-00E8-FE2D-2A046B764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前進，是唯一的答案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96046053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5D0E25-7CE8-7115-160E-7B58750F4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E900EF1-30DB-734A-E5D4-F412170BA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唯有不斷探索</a:t>
            </a:r>
            <a:r>
              <a:rPr lang="zh-TW" altLang="en-US" dirty="0"/>
              <a:t>　</a:t>
            </a:r>
            <a:r>
              <a:rPr lang="zh-TW" altLang="zh-TW" b="1" dirty="0"/>
              <a:t>航向星群的彼方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53367764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B9DB6A-571D-E278-1395-51E3D14903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096BCF3-E33E-D9C1-A277-76A487924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才能真正領略宇宙的龐大與</a:t>
            </a:r>
            <a:r>
              <a:rPr lang="zh-TW" altLang="zh-TW" b="1" dirty="0"/>
              <a:t>壯闊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9709339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15CD82-C06D-17C0-E54E-C8F5D0BAF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0DC5D82-76CC-EA31-0475-58B46FDD3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1043696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56421D-97E8-7AF8-251D-8E5E82CC8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0AECF35-4445-356B-08B3-211881B36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孤獨匯聚成星群</a:t>
            </a:r>
            <a:r>
              <a:rPr lang="zh-TW" altLang="en-US" dirty="0"/>
              <a:t>　</a:t>
            </a:r>
            <a:r>
              <a:rPr lang="zh-TW" altLang="zh-TW" dirty="0"/>
              <a:t>微光交織成星海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8843221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059C58-CB2D-51DF-D190-7045820D0A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FE95E00-CD3F-61CF-39E8-D718372781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所有星光凝聚</a:t>
            </a:r>
            <a:r>
              <a:rPr lang="zh-TW" altLang="en-US" dirty="0"/>
              <a:t>　</a:t>
            </a:r>
            <a:r>
              <a:rPr lang="zh-TW" altLang="zh-TW" dirty="0"/>
              <a:t>億萬光年的星河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0136059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0AD2B8-2239-6C5C-C945-7DA431F9D9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DE01735-80C0-2AB0-FC4D-C43B8393D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淬鍊成最璀璨的絕響！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1912447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E79C1F-268E-938E-0671-96F0D422C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52EDE95-F9A5-B420-A90F-3EBBDCBE7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讓今晚我們共同構築的夜空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94754687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84BD02-037E-8918-07FC-E56C9DD41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E9F3C5B-3720-18B6-ED77-FF31EB9EF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化作</a:t>
            </a:r>
            <a:r>
              <a:rPr lang="zh-TW" altLang="zh-TW" b="1" dirty="0"/>
              <a:t>永恆</a:t>
            </a:r>
            <a:r>
              <a:rPr lang="zh-TW" altLang="zh-TW" dirty="0"/>
              <a:t>的光芒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4166812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84681A-F5C2-99E5-796F-E2ADE9C60D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687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349</Words>
  <Application>Microsoft Office PowerPoint</Application>
  <PresentationFormat>寬螢幕</PresentationFormat>
  <Paragraphs>48</Paragraphs>
  <Slides>52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52</vt:i4>
      </vt:variant>
    </vt:vector>
  </HeadingPairs>
  <TitlesOfParts>
    <vt:vector size="56" baseType="lpstr">
      <vt:lpstr>jf金萱 七分糖</vt:lpstr>
      <vt:lpstr>Arial</vt:lpstr>
      <vt:lpstr>Calibri</vt:lpstr>
      <vt:lpstr>Office 佈景主題</vt:lpstr>
      <vt:lpstr>流星雨物語──致虛幻而壯闊的宇宙 流星群の物語～はかなくも壮大な宇宙へ～</vt:lpstr>
      <vt:lpstr>在宇宙的深處　光芒反覆盈虧</vt:lpstr>
      <vt:lpstr>時而光明　時而昏暗</vt:lpstr>
      <vt:lpstr>經歷無數次的強弱起伏後</vt:lpstr>
      <vt:lpstr>星辰最終迎來極致的交響</vt:lpstr>
      <vt:lpstr>劇烈地噴發　照亮宇宙中的一切</vt:lpstr>
      <vt:lpstr>無數的光點與粒子向外飛散　灑向天際</vt:lpstr>
      <vt:lpstr>這就是「超新星爆炸」</vt:lpstr>
      <vt:lpstr>今晚　每一聲墜落的音符</vt:lpstr>
      <vt:lpstr>都是為了慶祝遙遠的彼方</vt:lpstr>
      <vt:lpstr>星體的消亡與誕生</vt:lpstr>
      <vt:lpstr>現在　跟著樂團的旋律</vt:lpstr>
      <vt:lpstr>在這場穿越億萬光年的星系祭典中一同共鳴</vt:lpstr>
      <vt:lpstr>PowerPoint 簡報</vt:lpstr>
      <vt:lpstr>超新星爆炸　宇宙級的世紀煙火</vt:lpstr>
      <vt:lpstr>地球上的人類卻難以親眼見證</vt:lpstr>
      <vt:lpstr>雖然無法領略幾百光年外巨星的震撼</vt:lpstr>
      <vt:lpstr>但在夜晚　抬起頭</vt:lpstr>
      <vt:lpstr>或許能瞧見流星雨正劃過夜空</vt:lpstr>
      <vt:lpstr>這是距離我們最近的天文現象</vt:lpstr>
      <vt:lpstr>降臨到地球的光芒</vt:lpstr>
      <vt:lpstr>是宇宙塵埃與地球交織後的燃燒</vt:lpstr>
      <vt:lpstr>讓我們用音樂感受流星的瞬息</vt:lpstr>
      <vt:lpstr>專屬於此時此刻、近在咫尺的浪漫</vt:lpstr>
      <vt:lpstr>PowerPoint 簡報</vt:lpstr>
      <vt:lpstr>廣袤的宇宙中　群星活躍</vt:lpstr>
      <vt:lpstr>閃爍的星光能組成星座</vt:lpstr>
      <vt:lpstr>看似緊密　實際上相隔十分遙遠</vt:lpstr>
      <vt:lpstr>浩瀚銀河裡的每顆星</vt:lpstr>
      <vt:lpstr>都是獨立而孤獨的存在</vt:lpstr>
      <vt:lpstr>如同人海中的你我</vt:lpstr>
      <vt:lpstr>但正因為這份孤獨</vt:lpstr>
      <vt:lpstr>那些在黑暗中堅持閃爍的微光</vt:lpstr>
      <vt:lpstr>才顯得如此珍貴</vt:lpstr>
      <vt:lpstr>即便相距遙遠</vt:lpstr>
      <vt:lpstr>此刻，在宇宙的舞台上</vt:lpstr>
      <vt:lpstr>我們隨著樂曲彼此輝映</vt:lpstr>
      <vt:lpstr>PowerPoint 簡報</vt:lpstr>
      <vt:lpstr>面對未知的宇宙</vt:lpstr>
      <vt:lpstr>人類始終渺小而微不足道</vt:lpstr>
      <vt:lpstr>然而，如未曾邁開腳步</vt:lpstr>
      <vt:lpstr>就永遠無法體會那虛幻背後的深邃與奧妙</vt:lpstr>
      <vt:lpstr>前進，是唯一的答案</vt:lpstr>
      <vt:lpstr>唯有不斷探索　航向星群的彼方</vt:lpstr>
      <vt:lpstr>才能真正領略宇宙的龐大與壯闊</vt:lpstr>
      <vt:lpstr>PowerPoint 簡報</vt:lpstr>
      <vt:lpstr>孤獨匯聚成星群　微光交織成星海</vt:lpstr>
      <vt:lpstr>所有星光凝聚　億萬光年的星河</vt:lpstr>
      <vt:lpstr>淬鍊成最璀璨的絕響！</vt:lpstr>
      <vt:lpstr>讓今晚我們共同構築的夜空</vt:lpstr>
      <vt:lpstr>化作永恆的光芒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承軒 杜</dc:creator>
  <cp:lastModifiedBy>承軒 杜</cp:lastModifiedBy>
  <cp:revision>1</cp:revision>
  <dcterms:created xsi:type="dcterms:W3CDTF">2026-07-22T20:46:57Z</dcterms:created>
  <dcterms:modified xsi:type="dcterms:W3CDTF">2026-07-22T21:04:33Z</dcterms:modified>
</cp:coreProperties>
</file>