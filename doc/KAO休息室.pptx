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65" r:id="rId5"/>
    <p:sldId id="266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9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2E67"/>
    <a:srgbClr val="E3E7EB"/>
    <a:srgbClr val="CCCCFF"/>
    <a:srgbClr val="EA54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2" autoAdjust="0"/>
    <p:restoredTop sz="94660"/>
  </p:normalViewPr>
  <p:slideViewPr>
    <p:cSldViewPr snapToGrid="0">
      <p:cViewPr>
        <p:scale>
          <a:sx n="66" d="100"/>
          <a:sy n="66" d="100"/>
        </p:scale>
        <p:origin x="3564" y="348"/>
      </p:cViewPr>
      <p:guideLst>
        <p:guide orient="horz" pos="3097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12E2-4F40-4CBD-B4DE-FA863368B2B6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94F7-6161-4635-B25F-203CF2CC3A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7933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12E2-4F40-4CBD-B4DE-FA863368B2B6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94F7-6161-4635-B25F-203CF2CC3A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2959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12E2-4F40-4CBD-B4DE-FA863368B2B6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94F7-6161-4635-B25F-203CF2CC3A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974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12E2-4F40-4CBD-B4DE-FA863368B2B6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94F7-6161-4635-B25F-203CF2CC3A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2836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12E2-4F40-4CBD-B4DE-FA863368B2B6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94F7-6161-4635-B25F-203CF2CC3A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4450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12E2-4F40-4CBD-B4DE-FA863368B2B6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94F7-6161-4635-B25F-203CF2CC3A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536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12E2-4F40-4CBD-B4DE-FA863368B2B6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94F7-6161-4635-B25F-203CF2CC3A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9405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12E2-4F40-4CBD-B4DE-FA863368B2B6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94F7-6161-4635-B25F-203CF2CC3A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9301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12E2-4F40-4CBD-B4DE-FA863368B2B6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94F7-6161-4635-B25F-203CF2CC3A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0483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12E2-4F40-4CBD-B4DE-FA863368B2B6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94F7-6161-4635-B25F-203CF2CC3A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210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12E2-4F40-4CBD-B4DE-FA863368B2B6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94F7-6161-4635-B25F-203CF2CC3A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395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712E2-4F40-4CBD-B4DE-FA863368B2B6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B94F7-6161-4635-B25F-203CF2CC3A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266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DCBBE-E895-F5A6-CE89-C4784F8CB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4469FEFF-C4C4-F6FA-1B0F-18BAC9CB79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40" r="20992" b="19319"/>
          <a:stretch>
            <a:fillRect/>
          </a:stretch>
        </p:blipFill>
        <p:spPr>
          <a:xfrm>
            <a:off x="0" y="0"/>
            <a:ext cx="6858000" cy="4953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C11ECC24-C27A-C33D-D8AD-AEE49514F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40" r="20992" b="19319"/>
          <a:stretch>
            <a:fillRect/>
          </a:stretch>
        </p:blipFill>
        <p:spPr>
          <a:xfrm>
            <a:off x="0" y="4953000"/>
            <a:ext cx="6858000" cy="4953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5D8C0689-2E70-5E08-74E8-2AE1B5E6A7C2}"/>
              </a:ext>
            </a:extLst>
          </p:cNvPr>
          <p:cNvPicPr/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132" y="288889"/>
            <a:ext cx="3213735" cy="129603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225AF052-FEA5-4144-43FB-DE7158C48E36}"/>
              </a:ext>
            </a:extLst>
          </p:cNvPr>
          <p:cNvSpPr txBox="1"/>
          <p:nvPr/>
        </p:nvSpPr>
        <p:spPr>
          <a:xfrm>
            <a:off x="-25793" y="1696013"/>
            <a:ext cx="3647153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5400" b="1" dirty="0">
                <a:solidFill>
                  <a:srgbClr val="0E2E67"/>
                </a:solidFill>
                <a:latin typeface="Topedia Sans TW Beta" pitchFamily="2" charset="-120"/>
                <a:ea typeface="Topedia Sans TW Beta" pitchFamily="2" charset="-120"/>
              </a:rPr>
              <a:t>指揮休息室</a:t>
            </a:r>
            <a:endParaRPr lang="en-US" altLang="zh-TW" sz="5400" b="1" dirty="0">
              <a:solidFill>
                <a:srgbClr val="0E2E67"/>
              </a:solidFill>
              <a:latin typeface="Topedia Sans TW Beta" pitchFamily="2" charset="-120"/>
              <a:ea typeface="Topedia Sans TW Beta" pitchFamily="2" charset="-120"/>
            </a:endParaRPr>
          </a:p>
          <a:p>
            <a:pPr algn="ctr"/>
            <a:r>
              <a:rPr lang="zh-TW" altLang="en-US" sz="4000" dirty="0">
                <a:latin typeface="Topedia Sans TW Beta" pitchFamily="2" charset="-120"/>
                <a:ea typeface="Topedia Sans TW Beta" pitchFamily="2" charset="-120"/>
              </a:rPr>
              <a:t>王戰　老師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B8414D8A-7D9C-8A60-EB9B-3811D418C16B}"/>
              </a:ext>
            </a:extLst>
          </p:cNvPr>
          <p:cNvPicPr/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132" y="5241890"/>
            <a:ext cx="3213735" cy="1296035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C60F82D7-8487-8416-795D-7270FDA1A351}"/>
              </a:ext>
            </a:extLst>
          </p:cNvPr>
          <p:cNvSpPr txBox="1"/>
          <p:nvPr/>
        </p:nvSpPr>
        <p:spPr>
          <a:xfrm>
            <a:off x="666704" y="6660058"/>
            <a:ext cx="226215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5400" b="1" dirty="0">
                <a:solidFill>
                  <a:srgbClr val="0E2E67"/>
                </a:solidFill>
                <a:latin typeface="Topedia Sans TW Beta" pitchFamily="2" charset="-120"/>
                <a:ea typeface="Topedia Sans TW Beta" pitchFamily="2" charset="-120"/>
              </a:rPr>
              <a:t>女團員</a:t>
            </a:r>
          </a:p>
          <a:p>
            <a:pPr algn="ctr"/>
            <a:r>
              <a:rPr lang="zh-TW" altLang="en-US" sz="5400" b="1" dirty="0">
                <a:solidFill>
                  <a:srgbClr val="0E2E67"/>
                </a:solidFill>
                <a:latin typeface="Topedia Sans TW Beta" pitchFamily="2" charset="-120"/>
                <a:ea typeface="Topedia Sans TW Beta" pitchFamily="2" charset="-120"/>
              </a:rPr>
              <a:t>休息室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683EF2-C8B5-4460-3231-510FC7910509}"/>
              </a:ext>
            </a:extLst>
          </p:cNvPr>
          <p:cNvSpPr/>
          <p:nvPr/>
        </p:nvSpPr>
        <p:spPr>
          <a:xfrm flipV="1">
            <a:off x="-129817" y="4923314"/>
            <a:ext cx="7070007" cy="593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14577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2A3EF-3E9C-7F1B-C117-5E4EFA437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F8DEC5BD-163C-02F8-2D7D-E1038E36B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40" r="20992" b="19319"/>
          <a:stretch>
            <a:fillRect/>
          </a:stretch>
        </p:blipFill>
        <p:spPr>
          <a:xfrm>
            <a:off x="0" y="0"/>
            <a:ext cx="6858000" cy="4953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0FCE437-EC71-516E-7B37-7398F562A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40" r="20992" b="19319"/>
          <a:stretch>
            <a:fillRect/>
          </a:stretch>
        </p:blipFill>
        <p:spPr>
          <a:xfrm>
            <a:off x="0" y="4953000"/>
            <a:ext cx="6858000" cy="4953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1C680E8-51F7-CA8E-99E8-4F4F59F98EA0}"/>
              </a:ext>
            </a:extLst>
          </p:cNvPr>
          <p:cNvPicPr/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132" y="288889"/>
            <a:ext cx="3213735" cy="129603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4E7897AE-2214-FF63-FA60-BBB27BAF3BCA}"/>
              </a:ext>
            </a:extLst>
          </p:cNvPr>
          <p:cNvSpPr txBox="1"/>
          <p:nvPr/>
        </p:nvSpPr>
        <p:spPr>
          <a:xfrm>
            <a:off x="166568" y="1696013"/>
            <a:ext cx="3262432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5400" b="1" dirty="0">
                <a:solidFill>
                  <a:srgbClr val="0E2E67"/>
                </a:solidFill>
                <a:latin typeface="Topedia Sans TW Beta" pitchFamily="2" charset="-120"/>
                <a:ea typeface="Topedia Sans TW Beta" pitchFamily="2" charset="-120"/>
              </a:rPr>
              <a:t>說書人</a:t>
            </a:r>
            <a:endParaRPr lang="en-US" altLang="zh-TW" sz="5400" b="1" dirty="0">
              <a:solidFill>
                <a:srgbClr val="0E2E67"/>
              </a:solidFill>
              <a:latin typeface="Topedia Sans TW Beta" pitchFamily="2" charset="-120"/>
              <a:ea typeface="Topedia Sans TW Beta" pitchFamily="2" charset="-120"/>
            </a:endParaRPr>
          </a:p>
          <a:p>
            <a:pPr algn="ctr"/>
            <a:r>
              <a:rPr lang="zh-TW" altLang="en-US" sz="4000" dirty="0">
                <a:latin typeface="Topedia Sans TW Beta" pitchFamily="2" charset="-120"/>
                <a:ea typeface="Topedia Sans TW Beta" pitchFamily="2" charset="-120"/>
              </a:rPr>
              <a:t>李佳勳　老師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B409929F-18A5-B39B-B3AE-F6DD1D483C48}"/>
              </a:ext>
            </a:extLst>
          </p:cNvPr>
          <p:cNvPicPr/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132" y="5241890"/>
            <a:ext cx="3213735" cy="1296035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8494E7F1-ED04-7AC3-FB99-722A70CFEF60}"/>
              </a:ext>
            </a:extLst>
          </p:cNvPr>
          <p:cNvSpPr txBox="1"/>
          <p:nvPr/>
        </p:nvSpPr>
        <p:spPr>
          <a:xfrm>
            <a:off x="166567" y="6660058"/>
            <a:ext cx="3262433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E2E67"/>
                </a:solidFill>
                <a:effectLst/>
                <a:uLnTx/>
                <a:uFillTx/>
                <a:latin typeface="Topedia Sans TW Beta" pitchFamily="2" charset="-120"/>
                <a:ea typeface="Topedia Sans TW Beta" pitchFamily="2" charset="-120"/>
                <a:cs typeface="+mn-cs"/>
              </a:rPr>
              <a:t>說書人</a:t>
            </a:r>
            <a:endParaRPr kumimoji="0" lang="en-US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E2E67"/>
              </a:solidFill>
              <a:effectLst/>
              <a:uLnTx/>
              <a:uFillTx/>
              <a:latin typeface="Topedia Sans TW Beta" pitchFamily="2" charset="-120"/>
              <a:ea typeface="Topedia Sans TW Beta" pitchFamily="2" charset="-120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opedia Sans TW Beta" pitchFamily="2" charset="-120"/>
                <a:ea typeface="Topedia Sans TW Beta" pitchFamily="2" charset="-120"/>
                <a:cs typeface="+mn-cs"/>
              </a:rPr>
              <a:t>莊福泰　校長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A4C1538-02AA-CAB8-44E3-0ED378A6FDDA}"/>
              </a:ext>
            </a:extLst>
          </p:cNvPr>
          <p:cNvSpPr/>
          <p:nvPr/>
        </p:nvSpPr>
        <p:spPr>
          <a:xfrm flipV="1">
            <a:off x="-129817" y="4923314"/>
            <a:ext cx="7070007" cy="593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41913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10C77-8478-95CB-F5FA-45372B998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8B3D495C-28D6-9CF2-09A8-1C7D5C47A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40" r="20992" b="19319"/>
          <a:stretch>
            <a:fillRect/>
          </a:stretch>
        </p:blipFill>
        <p:spPr>
          <a:xfrm>
            <a:off x="0" y="0"/>
            <a:ext cx="6858000" cy="4953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89FB680-31C4-A17D-F7F4-DD17E0FFB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40" r="20992" b="19319"/>
          <a:stretch>
            <a:fillRect/>
          </a:stretch>
        </p:blipFill>
        <p:spPr>
          <a:xfrm>
            <a:off x="0" y="4953000"/>
            <a:ext cx="6858000" cy="4953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E2EBFC9-842B-9A4E-3B7C-1F88E6C70028}"/>
              </a:ext>
            </a:extLst>
          </p:cNvPr>
          <p:cNvPicPr/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132" y="288889"/>
            <a:ext cx="3213735" cy="129603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AE7618E-31BA-1F2A-1A03-05DF520EEA09}"/>
              </a:ext>
            </a:extLst>
          </p:cNvPr>
          <p:cNvSpPr txBox="1"/>
          <p:nvPr/>
        </p:nvSpPr>
        <p:spPr>
          <a:xfrm>
            <a:off x="320456" y="1696013"/>
            <a:ext cx="295465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5400" b="1" dirty="0">
                <a:solidFill>
                  <a:srgbClr val="0E2E67"/>
                </a:solidFill>
                <a:latin typeface="Topedia Sans TW Beta" pitchFamily="2" charset="-120"/>
                <a:ea typeface="Topedia Sans TW Beta" pitchFamily="2" charset="-120"/>
              </a:rPr>
              <a:t>協演老師</a:t>
            </a:r>
          </a:p>
          <a:p>
            <a:pPr algn="ctr"/>
            <a:r>
              <a:rPr lang="zh-TW" altLang="en-US" sz="5400" b="1" dirty="0">
                <a:solidFill>
                  <a:srgbClr val="0E2E67"/>
                </a:solidFill>
                <a:latin typeface="Topedia Sans TW Beta" pitchFamily="2" charset="-120"/>
                <a:ea typeface="Topedia Sans TW Beta" pitchFamily="2" charset="-120"/>
              </a:rPr>
              <a:t>休息室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433DC084-B1BC-651D-8A2A-A4430CA23316}"/>
              </a:ext>
            </a:extLst>
          </p:cNvPr>
          <p:cNvPicPr/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132" y="5241890"/>
            <a:ext cx="3213735" cy="1296035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B9B5BA4B-D5F6-AE63-47F4-A5E5458066F3}"/>
              </a:ext>
            </a:extLst>
          </p:cNvPr>
          <p:cNvSpPr txBox="1"/>
          <p:nvPr/>
        </p:nvSpPr>
        <p:spPr>
          <a:xfrm>
            <a:off x="320456" y="6660058"/>
            <a:ext cx="295465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E2E67"/>
                </a:solidFill>
                <a:effectLst/>
                <a:uLnTx/>
                <a:uFillTx/>
                <a:latin typeface="Topedia Sans TW Beta" pitchFamily="2" charset="-120"/>
                <a:ea typeface="Topedia Sans TW Beta" pitchFamily="2" charset="-120"/>
                <a:cs typeface="+mn-cs"/>
              </a:rPr>
              <a:t>協演老師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E2E67"/>
                </a:solidFill>
                <a:effectLst/>
                <a:uLnTx/>
                <a:uFillTx/>
                <a:latin typeface="Topedia Sans TW Beta" pitchFamily="2" charset="-120"/>
                <a:ea typeface="Topedia Sans TW Beta" pitchFamily="2" charset="-120"/>
                <a:cs typeface="+mn-cs"/>
              </a:rPr>
              <a:t>休息室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79EF5F-D4AF-1C7E-9C5B-07F1851C7380}"/>
              </a:ext>
            </a:extLst>
          </p:cNvPr>
          <p:cNvSpPr/>
          <p:nvPr/>
        </p:nvSpPr>
        <p:spPr>
          <a:xfrm flipV="1">
            <a:off x="-129817" y="4923314"/>
            <a:ext cx="7070007" cy="593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32714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2024E-013F-5FC4-239C-799251892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8C819647-65BC-0184-1C7E-71056F0CB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40" r="20992" b="19319"/>
          <a:stretch>
            <a:fillRect/>
          </a:stretch>
        </p:blipFill>
        <p:spPr>
          <a:xfrm>
            <a:off x="0" y="0"/>
            <a:ext cx="6858000" cy="4953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C5FFC8C2-3CDC-8B0F-3BC9-FC23C4B69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40" r="20992" b="19319"/>
          <a:stretch>
            <a:fillRect/>
          </a:stretch>
        </p:blipFill>
        <p:spPr>
          <a:xfrm>
            <a:off x="0" y="4953000"/>
            <a:ext cx="6858000" cy="4953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1CA15944-70E2-245C-D69D-BF418C675925}"/>
              </a:ext>
            </a:extLst>
          </p:cNvPr>
          <p:cNvPicPr/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132" y="288889"/>
            <a:ext cx="3213735" cy="129603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8B0C8E6C-D5C0-A403-9454-C7F6CB50CFC1}"/>
              </a:ext>
            </a:extLst>
          </p:cNvPr>
          <p:cNvSpPr txBox="1"/>
          <p:nvPr/>
        </p:nvSpPr>
        <p:spPr>
          <a:xfrm>
            <a:off x="666704" y="1696013"/>
            <a:ext cx="226215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5400" b="1" dirty="0">
                <a:solidFill>
                  <a:srgbClr val="0E2E67"/>
                </a:solidFill>
                <a:latin typeface="Topedia Sans TW Beta" pitchFamily="2" charset="-120"/>
                <a:ea typeface="Topedia Sans TW Beta" pitchFamily="2" charset="-120"/>
              </a:rPr>
              <a:t>男團員</a:t>
            </a:r>
          </a:p>
          <a:p>
            <a:pPr algn="ctr"/>
            <a:r>
              <a:rPr lang="zh-TW" altLang="en-US" sz="5400" b="1" dirty="0">
                <a:solidFill>
                  <a:srgbClr val="0E2E67"/>
                </a:solidFill>
                <a:latin typeface="Topedia Sans TW Beta" pitchFamily="2" charset="-120"/>
                <a:ea typeface="Topedia Sans TW Beta" pitchFamily="2" charset="-120"/>
              </a:rPr>
              <a:t>休息室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D808E54A-1B5F-2133-A6CA-6D22ACEB9651}"/>
              </a:ext>
            </a:extLst>
          </p:cNvPr>
          <p:cNvPicPr/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132" y="5241890"/>
            <a:ext cx="3213735" cy="1296035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58A1555E-4EB7-485C-2DB7-487F51E6D231}"/>
              </a:ext>
            </a:extLst>
          </p:cNvPr>
          <p:cNvSpPr txBox="1"/>
          <p:nvPr/>
        </p:nvSpPr>
        <p:spPr>
          <a:xfrm>
            <a:off x="666704" y="6660058"/>
            <a:ext cx="226215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E2E67"/>
                </a:solidFill>
                <a:effectLst/>
                <a:uLnTx/>
                <a:uFillTx/>
                <a:latin typeface="Topedia Sans TW Beta" pitchFamily="2" charset="-120"/>
                <a:ea typeface="Topedia Sans TW Beta" pitchFamily="2" charset="-120"/>
                <a:cs typeface="+mn-cs"/>
              </a:rPr>
              <a:t>男團員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E2E67"/>
                </a:solidFill>
                <a:effectLst/>
                <a:uLnTx/>
                <a:uFillTx/>
                <a:latin typeface="Topedia Sans TW Beta" pitchFamily="2" charset="-120"/>
                <a:ea typeface="Topedia Sans TW Beta" pitchFamily="2" charset="-120"/>
                <a:cs typeface="+mn-cs"/>
              </a:rPr>
              <a:t>休息室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6E9AC9-6507-F591-1BB1-134CF9DFD32A}"/>
              </a:ext>
            </a:extLst>
          </p:cNvPr>
          <p:cNvSpPr/>
          <p:nvPr/>
        </p:nvSpPr>
        <p:spPr>
          <a:xfrm flipV="1">
            <a:off x="-129817" y="4923314"/>
            <a:ext cx="7070007" cy="593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31703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7896-4EB2-6251-8785-5DD430442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C21EAE8E-46FC-937D-02E7-A1C7DDB69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40" r="20992" b="19319"/>
          <a:stretch>
            <a:fillRect/>
          </a:stretch>
        </p:blipFill>
        <p:spPr>
          <a:xfrm>
            <a:off x="0" y="0"/>
            <a:ext cx="6858000" cy="4953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3FFD7E5-722B-2117-B151-064AA2381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40" r="20992" b="19319"/>
          <a:stretch>
            <a:fillRect/>
          </a:stretch>
        </p:blipFill>
        <p:spPr>
          <a:xfrm>
            <a:off x="0" y="4953000"/>
            <a:ext cx="6858000" cy="4953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8F99F08-FD38-F640-46EE-6CE50E7E7690}"/>
              </a:ext>
            </a:extLst>
          </p:cNvPr>
          <p:cNvPicPr/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132" y="288889"/>
            <a:ext cx="3213735" cy="129603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2058616-32BD-E2B5-25E4-EA8924A5FDD9}"/>
              </a:ext>
            </a:extLst>
          </p:cNvPr>
          <p:cNvSpPr txBox="1"/>
          <p:nvPr/>
        </p:nvSpPr>
        <p:spPr>
          <a:xfrm>
            <a:off x="666704" y="1696013"/>
            <a:ext cx="226215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5400" b="1" dirty="0">
                <a:solidFill>
                  <a:srgbClr val="0E2E67"/>
                </a:solidFill>
                <a:latin typeface="Topedia Sans TW Beta" pitchFamily="2" charset="-120"/>
                <a:ea typeface="Topedia Sans TW Beta" pitchFamily="2" charset="-120"/>
              </a:rPr>
              <a:t>男團員</a:t>
            </a:r>
          </a:p>
          <a:p>
            <a:pPr algn="ctr"/>
            <a:r>
              <a:rPr lang="zh-TW" altLang="en-US" sz="5400" b="1" dirty="0">
                <a:solidFill>
                  <a:srgbClr val="0E2E67"/>
                </a:solidFill>
                <a:latin typeface="Topedia Sans TW Beta" pitchFamily="2" charset="-120"/>
                <a:ea typeface="Topedia Sans TW Beta" pitchFamily="2" charset="-120"/>
              </a:rPr>
              <a:t>休息室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FA0B43C7-630B-2F86-C816-55DF6DDC845E}"/>
              </a:ext>
            </a:extLst>
          </p:cNvPr>
          <p:cNvPicPr/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132" y="5241890"/>
            <a:ext cx="3213735" cy="1296035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42EF4D0E-6778-63A4-3B90-913FF190C5D6}"/>
              </a:ext>
            </a:extLst>
          </p:cNvPr>
          <p:cNvSpPr txBox="1"/>
          <p:nvPr/>
        </p:nvSpPr>
        <p:spPr>
          <a:xfrm>
            <a:off x="320455" y="6660058"/>
            <a:ext cx="295465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E2E67"/>
                </a:solidFill>
                <a:effectLst/>
                <a:uLnTx/>
                <a:uFillTx/>
                <a:latin typeface="Topedia Sans TW Beta" pitchFamily="2" charset="-120"/>
                <a:ea typeface="Topedia Sans TW Beta" pitchFamily="2" charset="-120"/>
                <a:cs typeface="+mn-cs"/>
              </a:rPr>
              <a:t>工作人員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E2E67"/>
                </a:solidFill>
                <a:effectLst/>
                <a:uLnTx/>
                <a:uFillTx/>
                <a:latin typeface="Topedia Sans TW Beta" pitchFamily="2" charset="-120"/>
                <a:ea typeface="Topedia Sans TW Beta" pitchFamily="2" charset="-120"/>
                <a:cs typeface="+mn-cs"/>
              </a:rPr>
              <a:t>休息室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E85D2F-184E-AE95-25B1-D5F5F31176AA}"/>
              </a:ext>
            </a:extLst>
          </p:cNvPr>
          <p:cNvSpPr/>
          <p:nvPr/>
        </p:nvSpPr>
        <p:spPr>
          <a:xfrm flipV="1">
            <a:off x="-129817" y="4923314"/>
            <a:ext cx="7070007" cy="593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3725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35</Words>
  <Application>Microsoft Office PowerPoint</Application>
  <PresentationFormat>A4 紙張 (210x297 公釐)</PresentationFormat>
  <Paragraphs>20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Topedia Sans TW Beta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Angus</dc:creator>
  <cp:lastModifiedBy>承軒 杜</cp:lastModifiedBy>
  <cp:revision>4</cp:revision>
  <dcterms:created xsi:type="dcterms:W3CDTF">2025-08-05T17:08:35Z</dcterms:created>
  <dcterms:modified xsi:type="dcterms:W3CDTF">2026-07-21T17:57:30Z</dcterms:modified>
</cp:coreProperties>
</file>