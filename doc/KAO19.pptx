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4" r:id="rId2"/>
    <p:sldId id="294" r:id="rId3"/>
    <p:sldId id="296" r:id="rId4"/>
    <p:sldId id="295" r:id="rId5"/>
    <p:sldId id="297" r:id="rId6"/>
    <p:sldId id="299" r:id="rId7"/>
    <p:sldId id="302" r:id="rId8"/>
    <p:sldId id="303" r:id="rId9"/>
    <p:sldId id="305" r:id="rId10"/>
    <p:sldId id="290" r:id="rId11"/>
    <p:sldId id="256" r:id="rId12"/>
    <p:sldId id="287" r:id="rId13"/>
    <p:sldId id="280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66"/>
    <a:srgbClr val="FFE1F5"/>
    <a:srgbClr val="111111"/>
    <a:srgbClr val="FF9966"/>
    <a:srgbClr val="CC99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612" y="126"/>
      </p:cViewPr>
      <p:guideLst>
        <p:guide orient="horz" pos="2115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366509-9570-4BF5-9659-13F143C98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1C1C7-903E-4A74-AF57-E29C99C29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147BF00-EA8D-4EFA-BB1F-07DC68778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2984DB5-E16D-4F07-B40E-82A4E67A4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BB7E7D0-7668-4BDC-AC79-D0CE0B60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7147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C1C4E2-55C5-4894-8039-B2C5D42A0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92098A-B9A1-4321-9612-D68FF2DC7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20EDBEC-5CAB-4CC3-BD44-0691402DD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9D69281-9F9D-4276-A6B8-7E269B2F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586B94-5D1E-454D-93E4-A48969BB4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5966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BF7D48-0065-4326-AD21-44644D19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88AA3C6-0F76-42AC-ADD1-E871A80976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EDC978-7E82-42BF-894A-4688D2A78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B0D7F93-C59E-4523-8E51-CB73453E7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410CF5-2BDF-4880-971D-3CF9E801B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4352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78840E-818D-4784-AC38-A54A706B6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F44F0DE-CE01-40FF-8449-04CD99515E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87F8B7B-F285-4F18-8F04-1C74D8861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CE683B7-551B-4234-B6D4-862E415D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ACA2924-8D7E-4369-B9E1-D554E4FF4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F44DCB3-D96C-40F6-A513-BB5D8648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3568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C90F83-98B3-404D-9FD7-B6D383011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344AF38-BB5E-425F-BFDD-F75277CAD8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5E5866-933D-4255-9EE4-F083711B7D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40FE18D-F2A0-47DF-A60F-5B33A1068C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2652494-9E2B-4211-BEA2-8D473F49EA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E86123C-E5E0-40CB-B3CC-E2E0E7C3A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FFC4499-5BC3-4EDA-B072-62ABB0943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B609F4E-894B-4B5E-8460-529ECACCF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113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26DAB8-4EE2-4054-A5EB-77FDFDAD7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DC720D8-3C1E-439B-B067-18F619204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5232ED9-0F7D-489E-AF51-D1742E06C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5CF3F4-D5FE-4B93-8D38-6DB0E5F60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8906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659DC72-4663-4017-B5DF-A5AC3E8D7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FFE0BE8-C955-40B1-884E-F5DC5D8E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3D0080-2CE3-40E1-88AE-371CDB08C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2074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918D24-2B5C-4BCF-B238-EA30832F4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E1CF69-7A89-48E9-B908-EA9C9E18B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2799F16-6343-482C-96DD-8DDC27077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A5CA423-8C94-4F49-91AA-2398743EB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14ADF0-F456-497E-AA10-E9D19ACEB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29D6363-091C-4759-9000-FE07C8AC6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76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9BD12-57B4-4324-B057-FCC7CE68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4532A5B-D779-4B58-B13A-02E720C93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9169810-1D77-4702-B703-D6F81CE63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BF9509-1ADF-4457-AED1-9ECC7F82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AF4CB14-702F-48BC-86D5-05CE205EE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631C1C0-715E-4F83-BEBE-D5561B689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3453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0B90BF-2E49-44A0-A2C6-F12AA83FB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A8B90E8-398F-490F-950C-03695BE963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0C3CCD4-BA44-40D0-8BFF-786956A9C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73F227E-2685-4013-89F6-DE12EDDC7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D3CC23-F8D8-459A-B536-FC1992F63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0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5B78348-4D5E-42C2-837A-DB7EB9E2FE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FC25CBB-5B2C-49AB-889E-AAE46E8C3D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B1FF17-AC73-4625-A999-BC8427214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65F6BA-E2C8-49B9-BD98-86384453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D17FEF-29A3-47E6-A55B-3C44C8F3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1186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C895AE1-CD21-4DC3-ACAB-483235D51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AB0333E-B37E-424B-946F-C5DE9491B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F8527B0-69A0-42A5-83CD-04F398EBE7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E874807-F68D-424C-97CB-5AD157E803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B363951-5147-473A-AA2F-147D64A534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728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18260997-E021-412D-9323-E73A13105B09}"/>
              </a:ext>
            </a:extLst>
          </p:cNvPr>
          <p:cNvSpPr txBox="1"/>
          <p:nvPr/>
        </p:nvSpPr>
        <p:spPr>
          <a:xfrm>
            <a:off x="1720598" y="6371975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2D7428D-42D4-4132-BCE1-1F41EE265E0B}"/>
              </a:ext>
            </a:extLst>
          </p:cNvPr>
          <p:cNvSpPr txBox="1"/>
          <p:nvPr/>
        </p:nvSpPr>
        <p:spPr>
          <a:xfrm>
            <a:off x="822945" y="6145854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949A8E8-31C1-40B4-91CF-EB3A19BA2589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80FF94F4-EF3C-43D6-909F-A04A7C9FD29D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3DAEDBD5-B6C8-4CDE-88CA-376D333B067F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8DA9C258-5404-4EF7-82E8-6FDEE61273B7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EC78E89E-7ABA-438E-84D6-0D9E5DDFB719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C53CF5F1-9379-4519-A24C-02E824235985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4F5F3787-D16C-4712-83EC-CB3635C5DFB3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410759B6-C34D-40BC-9E02-202D3BFDF59D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57E1034-6DF9-4AAD-974A-2C0C863DE5DC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147F2C0F-A470-492C-A862-B442927766EA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90A7C6CA-BB36-49D8-8E26-289CDBDFD8B1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B3C5C78-5233-4A47-A405-5C1394155B18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436186F1-84AE-14E3-698E-BF4C87A65CD1}"/>
              </a:ext>
            </a:extLst>
          </p:cNvPr>
          <p:cNvSpPr txBox="1"/>
          <p:nvPr/>
        </p:nvSpPr>
        <p:spPr>
          <a:xfrm>
            <a:off x="2457036" y="6530823"/>
            <a:ext cx="9525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rgbClr val="FFC000"/>
                </a:solidFill>
                <a:latin typeface="Topedia Sans TW Beta" pitchFamily="2" charset="-120"/>
                <a:ea typeface="Topedia Sans TW Beta" pitchFamily="2" charset="-120"/>
              </a:rPr>
              <a:t>??</a:t>
            </a:r>
            <a:r>
              <a:rPr lang="zh-TW" altLang="en-US" sz="1600" b="1" dirty="0">
                <a:solidFill>
                  <a:srgbClr val="FFC00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rgbClr val="FFC000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rgbClr val="FFC000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748A2224-ECA8-CDC9-04A6-AE621C15DE06}"/>
              </a:ext>
            </a:extLst>
          </p:cNvPr>
          <p:cNvSpPr txBox="1"/>
          <p:nvPr/>
        </p:nvSpPr>
        <p:spPr>
          <a:xfrm>
            <a:off x="-1089" y="2671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基礎定位</a:t>
            </a: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BD1892CF-3E08-56A2-3392-3F9B5FC7BFBE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96BE442D-D9A3-0896-7565-63559FF19A95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C1016E66-C892-9AB4-1F80-8603FC792ACB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E48AA5FE-0A5C-60FC-55A1-EC29CDDAE78E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65D525A3-6787-DDDD-AFEC-57694BB2D3AB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FB5090D3-D0E6-3FE4-9232-2D6D1BEBCD78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719F7EE8-C1F2-3B5E-1EE6-FB396735BEFF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橢圓 144">
            <a:extLst>
              <a:ext uri="{FF2B5EF4-FFF2-40B4-BE49-F238E27FC236}">
                <a16:creationId xmlns:a16="http://schemas.microsoft.com/office/drawing/2014/main" id="{A9025479-C0BC-BE45-0B36-C7CCCB75987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B5475E4C-877D-245B-E982-9BDEB0161598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EAC86157-F792-8497-8B4F-DF1556B2F427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4C2CF72D-77E5-6E6E-42DB-67DAC33407CD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38DB1832-50E9-6B33-3BB9-34C2EAE78259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0F0BE82-0BC4-0E3B-64FC-FE8A9A391AD0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9" name="橢圓 158">
            <a:extLst>
              <a:ext uri="{FF2B5EF4-FFF2-40B4-BE49-F238E27FC236}">
                <a16:creationId xmlns:a16="http://schemas.microsoft.com/office/drawing/2014/main" id="{4A5332FC-F993-4A00-1F1B-AB3E238C139D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21325CF0-3021-25D7-80A6-645C4954E697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11AC267D-42E1-FFCD-6986-DEE7E4A635E0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EA419B7-F7C9-AD8E-3B98-E83450AC66E6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1FAB58B9-6D2D-7A53-D38B-E19943DB0968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47336975-4CB6-D0E0-2EB3-0554124D718F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86807427-99F4-205E-530F-D06B54306C91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3" name="橢圓 172">
            <a:extLst>
              <a:ext uri="{FF2B5EF4-FFF2-40B4-BE49-F238E27FC236}">
                <a16:creationId xmlns:a16="http://schemas.microsoft.com/office/drawing/2014/main" id="{166B2EA1-77C8-2B8E-37C8-40B7662EEB10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3583F320-4FCE-712B-F27C-422DAF60591D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8F72D89B-2F1F-AC09-831D-7016E47D76B0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83142BD0-CA91-B2E1-30C9-E01D3467D9B8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65C24B07-624E-AD82-43F0-F45D8939263B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53E71F3C-7813-9AD7-3688-672A278553A8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32A8D0C6-AE27-0A58-DEA2-A41E2EB6066D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3CA14DFD-FB12-6BC6-1EB9-51F736B1F464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FDF125C1-D819-48D1-10C6-EE47B2EBECE5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031DD6DB-8898-216E-736D-CD7C2E4BB343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B7B54ECF-AB1B-D521-5B43-D127FAF522F5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3E808AFF-4E84-B2C6-0D2E-0268328438C1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46E1C83C-103C-9C80-EC1C-5FE23AD85953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891F1071-0C24-8939-04AC-3C7AFD4EC040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C0D5B263-F42B-4464-CBE2-FCE19E97BEE8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283BCFEC-9557-F402-2F2A-F587EAC1A72E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5" name="橢圓 204">
            <a:extLst>
              <a:ext uri="{FF2B5EF4-FFF2-40B4-BE49-F238E27FC236}">
                <a16:creationId xmlns:a16="http://schemas.microsoft.com/office/drawing/2014/main" id="{140CEEA9-1DD3-655E-C14A-6DC95005A7D9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7" name="橢圓 206">
            <a:extLst>
              <a:ext uri="{FF2B5EF4-FFF2-40B4-BE49-F238E27FC236}">
                <a16:creationId xmlns:a16="http://schemas.microsoft.com/office/drawing/2014/main" id="{11860F3E-F717-B90B-83AD-967773A0105E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BDE3E2F7-0347-EC3E-E1DC-2AB719E5A18E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1" name="橢圓 210">
            <a:extLst>
              <a:ext uri="{FF2B5EF4-FFF2-40B4-BE49-F238E27FC236}">
                <a16:creationId xmlns:a16="http://schemas.microsoft.com/office/drawing/2014/main" id="{F956C23A-44F9-CAE6-EC1C-ABAA5C56D9BC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3" name="橢圓 212">
            <a:extLst>
              <a:ext uri="{FF2B5EF4-FFF2-40B4-BE49-F238E27FC236}">
                <a16:creationId xmlns:a16="http://schemas.microsoft.com/office/drawing/2014/main" id="{F50C0A17-B256-4C4B-27F6-0109B7C9D808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5" name="橢圓 214">
            <a:extLst>
              <a:ext uri="{FF2B5EF4-FFF2-40B4-BE49-F238E27FC236}">
                <a16:creationId xmlns:a16="http://schemas.microsoft.com/office/drawing/2014/main" id="{E4098AE9-03C7-7E2C-40C5-20771E90C3EB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7" name="橢圓 216">
            <a:extLst>
              <a:ext uri="{FF2B5EF4-FFF2-40B4-BE49-F238E27FC236}">
                <a16:creationId xmlns:a16="http://schemas.microsoft.com/office/drawing/2014/main" id="{A5C0E41C-C3E8-B1F4-8801-3BA1239087BA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9" name="橢圓 218">
            <a:extLst>
              <a:ext uri="{FF2B5EF4-FFF2-40B4-BE49-F238E27FC236}">
                <a16:creationId xmlns:a16="http://schemas.microsoft.com/office/drawing/2014/main" id="{9EB73D4E-EEC3-38CC-BAD4-83EB4C9F5471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5E24D4BA-FBEF-A193-BCFA-AABB38073021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3" name="橢圓 222">
            <a:extLst>
              <a:ext uri="{FF2B5EF4-FFF2-40B4-BE49-F238E27FC236}">
                <a16:creationId xmlns:a16="http://schemas.microsoft.com/office/drawing/2014/main" id="{9A215609-B2AF-706E-54EF-AB849F3241D6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7" name="橢圓 226">
            <a:extLst>
              <a:ext uri="{FF2B5EF4-FFF2-40B4-BE49-F238E27FC236}">
                <a16:creationId xmlns:a16="http://schemas.microsoft.com/office/drawing/2014/main" id="{C94E202C-658B-0A3D-CA29-CB1679B2E465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9" name="橢圓 228">
            <a:extLst>
              <a:ext uri="{FF2B5EF4-FFF2-40B4-BE49-F238E27FC236}">
                <a16:creationId xmlns:a16="http://schemas.microsoft.com/office/drawing/2014/main" id="{30F3CB07-AB48-7709-542C-BBB1BDB3FFD8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93F5D0AD-9F0C-7497-60BB-723BFF7435B1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35" name="橢圓 234">
            <a:extLst>
              <a:ext uri="{FF2B5EF4-FFF2-40B4-BE49-F238E27FC236}">
                <a16:creationId xmlns:a16="http://schemas.microsoft.com/office/drawing/2014/main" id="{A861AA86-4A4A-D8CC-FB79-02D298C9A29E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37" name="橢圓 236">
            <a:extLst>
              <a:ext uri="{FF2B5EF4-FFF2-40B4-BE49-F238E27FC236}">
                <a16:creationId xmlns:a16="http://schemas.microsoft.com/office/drawing/2014/main" id="{0B6D417E-9918-2F5C-BB40-82A3C164640F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39" name="橢圓 238">
            <a:extLst>
              <a:ext uri="{FF2B5EF4-FFF2-40B4-BE49-F238E27FC236}">
                <a16:creationId xmlns:a16="http://schemas.microsoft.com/office/drawing/2014/main" id="{02CE45F8-3042-5B44-6C75-B5E92A0DFFCA}"/>
              </a:ext>
            </a:extLst>
          </p:cNvPr>
          <p:cNvSpPr/>
          <p:nvPr/>
        </p:nvSpPr>
        <p:spPr>
          <a:xfrm>
            <a:off x="5804558" y="436623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1" name="橢圓 240">
            <a:extLst>
              <a:ext uri="{FF2B5EF4-FFF2-40B4-BE49-F238E27FC236}">
                <a16:creationId xmlns:a16="http://schemas.microsoft.com/office/drawing/2014/main" id="{3284772C-D2E0-B1DD-267A-5BB305BEC36C}"/>
              </a:ext>
            </a:extLst>
          </p:cNvPr>
          <p:cNvSpPr/>
          <p:nvPr/>
        </p:nvSpPr>
        <p:spPr>
          <a:xfrm>
            <a:off x="7545782" y="503658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3" name="橢圓 242">
            <a:extLst>
              <a:ext uri="{FF2B5EF4-FFF2-40B4-BE49-F238E27FC236}">
                <a16:creationId xmlns:a16="http://schemas.microsoft.com/office/drawing/2014/main" id="{6878A481-4B0F-9F5F-A01A-E8FF5030E601}"/>
              </a:ext>
            </a:extLst>
          </p:cNvPr>
          <p:cNvSpPr/>
          <p:nvPr/>
        </p:nvSpPr>
        <p:spPr>
          <a:xfrm>
            <a:off x="6427121" y="446191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5" name="橢圓 244">
            <a:extLst>
              <a:ext uri="{FF2B5EF4-FFF2-40B4-BE49-F238E27FC236}">
                <a16:creationId xmlns:a16="http://schemas.microsoft.com/office/drawing/2014/main" id="{B0B34CFF-7B3C-791D-2257-93C1253DBA7E}"/>
              </a:ext>
            </a:extLst>
          </p:cNvPr>
          <p:cNvSpPr/>
          <p:nvPr/>
        </p:nvSpPr>
        <p:spPr>
          <a:xfrm>
            <a:off x="7026737" y="468104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7" name="橢圓 246">
            <a:extLst>
              <a:ext uri="{FF2B5EF4-FFF2-40B4-BE49-F238E27FC236}">
                <a16:creationId xmlns:a16="http://schemas.microsoft.com/office/drawing/2014/main" id="{05CF8265-B257-2A83-AFC0-2AB3FFBE450A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9" name="橢圓 248">
            <a:extLst>
              <a:ext uri="{FF2B5EF4-FFF2-40B4-BE49-F238E27FC236}">
                <a16:creationId xmlns:a16="http://schemas.microsoft.com/office/drawing/2014/main" id="{58EAB75C-516A-AD56-4211-F5ACBCE20E1A}"/>
              </a:ext>
            </a:extLst>
          </p:cNvPr>
          <p:cNvSpPr/>
          <p:nvPr/>
        </p:nvSpPr>
        <p:spPr>
          <a:xfrm>
            <a:off x="7967748" y="55490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51" name="橢圓 250">
            <a:extLst>
              <a:ext uri="{FF2B5EF4-FFF2-40B4-BE49-F238E27FC236}">
                <a16:creationId xmlns:a16="http://schemas.microsoft.com/office/drawing/2014/main" id="{21A58B21-E5FF-6CFA-6743-EA67937F7249}"/>
              </a:ext>
            </a:extLst>
          </p:cNvPr>
          <p:cNvSpPr/>
          <p:nvPr/>
        </p:nvSpPr>
        <p:spPr>
          <a:xfrm>
            <a:off x="4615931" y="467523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53" name="橢圓 252">
            <a:extLst>
              <a:ext uri="{FF2B5EF4-FFF2-40B4-BE49-F238E27FC236}">
                <a16:creationId xmlns:a16="http://schemas.microsoft.com/office/drawing/2014/main" id="{15DB020D-E8F6-3620-0990-F4B438FBBD11}"/>
              </a:ext>
            </a:extLst>
          </p:cNvPr>
          <p:cNvSpPr/>
          <p:nvPr/>
        </p:nvSpPr>
        <p:spPr>
          <a:xfrm>
            <a:off x="4112422" y="502983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55" name="橢圓 254">
            <a:extLst>
              <a:ext uri="{FF2B5EF4-FFF2-40B4-BE49-F238E27FC236}">
                <a16:creationId xmlns:a16="http://schemas.microsoft.com/office/drawing/2014/main" id="{6B18264C-24D8-B264-7439-6336884B1979}"/>
              </a:ext>
            </a:extLst>
          </p:cNvPr>
          <p:cNvSpPr/>
          <p:nvPr/>
        </p:nvSpPr>
        <p:spPr>
          <a:xfrm>
            <a:off x="5202598" y="446506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D7F0D43F-693D-150E-B75C-B93A96D62BFF}"/>
              </a:ext>
            </a:extLst>
          </p:cNvPr>
          <p:cNvSpPr txBox="1"/>
          <p:nvPr/>
        </p:nvSpPr>
        <p:spPr>
          <a:xfrm>
            <a:off x="8739663" y="6572857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9-11</a:t>
            </a:r>
            <a:endParaRPr lang="zh-TW" altLang="en-US" b="1" dirty="0"/>
          </a:p>
        </p:txBody>
      </p:sp>
      <p:sp>
        <p:nvSpPr>
          <p:cNvPr id="259" name="文字方塊 258">
            <a:extLst>
              <a:ext uri="{FF2B5EF4-FFF2-40B4-BE49-F238E27FC236}">
                <a16:creationId xmlns:a16="http://schemas.microsoft.com/office/drawing/2014/main" id="{848DDA50-17F9-3AE1-9D7C-DFD1DD7506C1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261" name="文字方塊 260">
            <a:extLst>
              <a:ext uri="{FF2B5EF4-FFF2-40B4-BE49-F238E27FC236}">
                <a16:creationId xmlns:a16="http://schemas.microsoft.com/office/drawing/2014/main" id="{1BAEC0B6-897A-10A4-E621-F7AD8CD577A5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263" name="文字方塊 262">
            <a:extLst>
              <a:ext uri="{FF2B5EF4-FFF2-40B4-BE49-F238E27FC236}">
                <a16:creationId xmlns:a16="http://schemas.microsoft.com/office/drawing/2014/main" id="{E3858834-9E2F-E766-2634-CF38F5FC8282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265" name="文字方塊 264">
            <a:extLst>
              <a:ext uri="{FF2B5EF4-FFF2-40B4-BE49-F238E27FC236}">
                <a16:creationId xmlns:a16="http://schemas.microsoft.com/office/drawing/2014/main" id="{EA5F0D67-15B2-3DB1-5724-305C4F00081B}"/>
              </a:ext>
            </a:extLst>
          </p:cNvPr>
          <p:cNvSpPr txBox="1"/>
          <p:nvPr/>
        </p:nvSpPr>
        <p:spPr>
          <a:xfrm>
            <a:off x="2508447" y="33033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cxnSp>
        <p:nvCxnSpPr>
          <p:cNvPr id="266" name="直線接點 265">
            <a:extLst>
              <a:ext uri="{FF2B5EF4-FFF2-40B4-BE49-F238E27FC236}">
                <a16:creationId xmlns:a16="http://schemas.microsoft.com/office/drawing/2014/main" id="{69A73F00-900F-E087-10C6-0AF962757420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954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029DE-E270-5F67-1417-5B6634537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58F530BB-29C9-1D8C-3F49-435D4133B38D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5A1BCAAB-22F9-F5DD-278C-636E7AB5909D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5032F7B3-D449-8A60-31BB-017026B04C30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EB151B7F-0E87-1FC3-9BFB-1141A6E16EAC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B0AFDAC3-9D49-C0DB-A42F-CC1D36DE087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A426BF84-6558-78AE-ABA0-76F4F1992FAA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3A06745D-C30D-CCA2-2F9F-7F04D66F5A32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16FFCB0F-503B-95F3-C7C0-4FD23878EAB6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D10EC0C1-BE6A-6DC3-C6BE-835E3FA7B0F2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6CE33601-EAE9-A2B5-94CF-B774CEE39427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949CBF09-9BEB-39B9-E08E-D94FA1F398C3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A2DB7350-E4A4-C918-2F48-46D3A9A66B07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3728EBE6-EA4C-77EE-6D75-503D93099F63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A37E3D1F-7A27-A336-1B20-70D9EF9678B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36E59275-961A-97D2-263B-2351EE7B8A95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FCE4EF71-3221-B7EB-DCAB-F0ABADA2C9F9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C065186A-D494-02B9-7971-796A269DAC90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E77E51A2-E22B-A715-5270-78FA9E0CBB06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03169C49-824A-6171-006C-099D912F33EF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21DCE84B-96FB-ACAB-4F6E-4405B0131196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4AFF1B00-089E-9C8E-14C9-4636EB484393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CA1B3EEC-7BAB-F443-D91C-F8CD5AACE72F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A7265ECD-F919-6C89-ADB1-76F1345AD3AF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23F4E8DD-3104-3A81-2754-A260E2F5DA91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FCDC8EC1-5B63-E92C-AD23-D1318B757B35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1B80E7D1-4F5B-D1BA-E13C-09A56937D235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2EF5E567-B864-E834-0E1A-60251C03B9E8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FB698CF0-BC5B-A7E4-E62F-8544C83B86F7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012449F0-58D0-3FE2-6CAC-3B4F18B2135F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B4922D14-B423-E3AC-352D-43BF110D17E7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0456270A-B51F-BB96-3350-30B8039FF6C8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4AD5F443-56E5-3072-AE14-AAA2AB3ABF05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226A5B0B-AE0B-93BB-AA48-4231D68D439D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286B11BD-76C1-7AE8-2D71-7E672564FA0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C222383F-4C17-C3A2-EFFD-9E0E4BB17C91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0674DF1E-B6DE-6607-4AF6-C142EF67D8F1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D5A7D7F7-C5AC-6E37-61AD-01834BC923B8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926667C1-5091-4E33-2F9E-5ADECED6F65C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35986054-F077-227D-F191-7DB7F361B34B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8C72D5FD-9052-9736-0BD7-043FCE224D6C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E08E5EEA-4885-AB70-BAD7-FD5B128B14FD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6BE85B87-538A-E882-00BF-143D6B1C61B0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01C4808B-19F1-2A37-5E94-8B1EA4A6BCF3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9A853B00-F1F6-33E5-E96D-52D548E85A77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6B1D40F5-0D6C-58F0-4A95-C363802AB8D1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D19F3725-2B21-7F3D-5B8A-4551619651D7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BF8BC04A-50BB-6A3D-3EFD-67D4DE4D612A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71C3649E-8EDB-0CB2-FE8A-9B902BDF29B6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0C7E1092-D075-6861-A3BF-F9DEA6DAA2D4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EFC3D872-23BD-B045-84DC-D78BA7C1F09E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4C7846F4-3AFB-2800-43C9-16128ACDE571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BAC1DEFD-7064-0546-DB28-85F92ACD2B59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D00B55B6-47FA-6006-5DC8-85863C0D1340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524759EE-8275-6B96-2F3E-BFE31867104C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08E99C4A-E22D-D115-D5D2-F00235A111F6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77E002DA-4068-6AC2-0DF9-248AE356FF7E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83037E07-3AF1-F195-7F77-F4745902CAB4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0C0450B3-BF56-EAD7-92A5-605AF5D6F6BE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15230929-F222-39C7-39D7-502B21EB0F16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8D4EF1B7-0535-A0CD-5BD2-6E1318A517B9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5D9A310A-60B6-30A5-0B2B-1B2CA3C926C8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2D8D007-901C-2085-6B5F-D1EF81CEB0DC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E1C7CE54-CEAA-4739-A0AB-4BB5B0CEF037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790F9312-76EB-4DA5-0886-C7BF2B347C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3B32FCD9-012A-9A30-3FA9-ED31A7DCFBE9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8465C6B1-3F0C-DB9F-890D-30D56DE90516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A59433EB-C1FD-22F7-E667-F2AD053FD286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FD1359E0-B334-4961-CE2E-C86A7313E69F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88797AC1-8E94-2F94-D449-8BBD958E818B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565F860E-0173-433B-14EA-73E079C6137C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528A1C29-0113-19C2-4C4F-B3E3E9F8618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2647CAC6-9739-9CBE-F1BE-4CE508BA475F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4A695614-47BA-99FD-3D4D-59D805C4F02B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55397A10-EF90-B904-30E8-3AD711149C75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51A943C6-0BC9-7D0A-76D5-D9B60F9AAF0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BEAE6807-E34A-5F57-137C-2C1B0BC227FD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BCDC8DA4-A0B8-8074-2750-3FDE35F86ADA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41675768-4449-0878-C021-D3D8D76B29C7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46BE2DD4-4FC8-5764-B51B-6574A5ACF9E8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A184293C-4E5B-ED38-BEC9-C822F211A446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75AD25E9-9552-9D53-5612-64020F978335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81968562-6E9C-C2F2-62A5-DA332B050B4C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D0AF294C-FEBD-BC1D-ED79-DDFD87DCCEB0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7172C529-9CE8-2EBD-8543-E77FC173E715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495C84D0-8F29-65BA-5176-3254385FA4B7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53096300-8645-3C24-A202-C1915150D5B0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33D699A0-D10E-4500-33EE-6EF6F2211C76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91A67142-D1EA-4C16-8A2F-5BC80E2D2738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5D4624DA-3302-D1FF-555F-B2E2F1521F38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2CA37676-7E67-D2CC-8085-C3A25A4AC0AF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F137A525-4D45-2B92-389E-9E955A8F63BB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3A33124F-34CA-14B7-CBEB-41F0C35396B2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80FE038E-DEAC-2D6A-0F65-BB8E8F8DF272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2368E9D8-FF04-3642-A463-2D385E23CF0B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D2F31ED0-B55D-CFEA-A326-0750AD05648E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A49A8C41-89BC-1774-9441-F046BA0CA559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11297584-ABE7-0CEC-6189-BA662D3595F4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8E0F9F63-8468-AB81-ECA3-8B60FEA45A2E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55FF4E7E-0ED5-7C48-8100-156421C9884F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66E2E64B-8972-AFCD-A306-090D4965D184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EE3D06F-C5FF-7A06-F07E-BCA805A146B5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5C7BD58A-76F6-531E-1B4C-572B153ADAEC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2EC5758-56EE-4B4F-DA54-D937F17E3083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3EA61CA-8356-4410-15CF-DABC632AC0F9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C6C3E125-B455-CE02-9147-34961225B7EF}"/>
              </a:ext>
            </a:extLst>
          </p:cNvPr>
          <p:cNvSpPr txBox="1"/>
          <p:nvPr/>
        </p:nvSpPr>
        <p:spPr>
          <a:xfrm>
            <a:off x="-1089" y="26710"/>
            <a:ext cx="24080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1 Fanfare</a:t>
            </a: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上半場龍團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86DB73F1-1799-5980-9B13-02CC867BCF4B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4DC240D4-7D9D-0E73-D878-A50A7471FCF5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C23FF206-E2E7-EE2A-BD63-5F257C4157C0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7423838E-6FD1-3502-9412-C82EA32305FA}"/>
              </a:ext>
            </a:extLst>
          </p:cNvPr>
          <p:cNvSpPr/>
          <p:nvPr/>
        </p:nvSpPr>
        <p:spPr>
          <a:xfrm>
            <a:off x="3767198" y="54357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B924E519-0445-5243-C023-3C22E11B544C}"/>
              </a:ext>
            </a:extLst>
          </p:cNvPr>
          <p:cNvSpPr/>
          <p:nvPr/>
        </p:nvSpPr>
        <p:spPr>
          <a:xfrm>
            <a:off x="7284438" y="484913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D57AAC4B-930D-92CC-1AB7-FFC16F25378A}"/>
              </a:ext>
            </a:extLst>
          </p:cNvPr>
          <p:cNvSpPr/>
          <p:nvPr/>
        </p:nvSpPr>
        <p:spPr>
          <a:xfrm>
            <a:off x="6614588" y="45135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A9FD15B2-BB42-E451-A0A3-77D42FC9DA06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E3A97419-340C-1FD7-CB84-BE6A519F04E9}"/>
              </a:ext>
            </a:extLst>
          </p:cNvPr>
          <p:cNvSpPr/>
          <p:nvPr/>
        </p:nvSpPr>
        <p:spPr>
          <a:xfrm>
            <a:off x="7867367" y="54357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861A9DFC-2B50-3FED-2E2D-DEBCCEF0DF58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9E2743FE-A5BE-B9F5-5652-FE6EB62974E1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908BE0B5-BBC7-BE0E-4E0F-707E75A7A4D8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AECDD198-54B6-8705-7874-D20E82D66CC3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7832595D-7F09-927B-0963-EF98FF31269D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48E08EDF-31E6-B4AC-9DC8-3C9AA0151EA3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C01E703C-CF28-A1FE-2D70-90E505B3571B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5" name="橢圓 144">
            <a:extLst>
              <a:ext uri="{FF2B5EF4-FFF2-40B4-BE49-F238E27FC236}">
                <a16:creationId xmlns:a16="http://schemas.microsoft.com/office/drawing/2014/main" id="{A2C6D6F2-FEB1-5117-B943-C9045D60073F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BB77A270-E172-8E86-1E79-1AA685DF1BCF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87272923-6BD7-BC3C-7701-66E4BE3183A2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DFCB6FC1-A0E1-88EA-8DAF-C747DD955043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AE1C97DB-5A95-4319-A8CF-685BD4DC59A2}"/>
              </a:ext>
            </a:extLst>
          </p:cNvPr>
          <p:cNvSpPr/>
          <p:nvPr/>
        </p:nvSpPr>
        <p:spPr>
          <a:xfrm>
            <a:off x="4990154" y="45135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00A7474D-D93A-F29B-230E-68C22D1B1AB3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ED262763-7101-A206-CE50-BA2CCA74D5B8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9" name="橢圓 158">
            <a:extLst>
              <a:ext uri="{FF2B5EF4-FFF2-40B4-BE49-F238E27FC236}">
                <a16:creationId xmlns:a16="http://schemas.microsoft.com/office/drawing/2014/main" id="{3531F75F-EFAA-CCC3-ADAF-42BCBF13AAF1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87F4327E-67CF-11B1-FFB6-A87D5F97E5BB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75F51AB3-B756-12C1-2F28-4D419EB080BD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AEA9F7C-4185-68E0-2993-23711A4C23C0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3B7507EF-912F-9550-B34D-CCAEAF396ECC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D9B3967D-A88E-AD4C-6993-F845F34333E2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24202272-6B76-E643-7C9C-C25B250CA917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3" name="橢圓 172">
            <a:extLst>
              <a:ext uri="{FF2B5EF4-FFF2-40B4-BE49-F238E27FC236}">
                <a16:creationId xmlns:a16="http://schemas.microsoft.com/office/drawing/2014/main" id="{EE1F973C-A774-C5CB-D8DD-DDA829E8AB4A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D6609E63-93EC-A819-87F5-7B6762E3E7CA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4D7DF7A7-85F6-AF67-E56A-386AECED44C6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F28BF5EA-F0C9-4942-4D2C-63BF1D8A469C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9A8C76BC-6BB1-7524-D764-B7718F9D325C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DC11D72D-9B7F-CA80-DB21-D40E3862C232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63B915DE-8D62-86ED-4803-4FB142F6BAE4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A2BC255A-DC09-6970-AB32-379845015F64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E30B894A-F83D-5337-35C8-7F412B87293C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9E6449B7-4895-4641-EBAE-33C0F6966FF3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2EB33E24-D725-661D-9ED5-05A6F5061FC8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EC4220DC-CC2E-3969-C391-C0DDD7AA82FC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8D5C0CBD-A885-195A-4993-542738BF2E45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B06D97DF-9E9F-FAA3-C54E-C8C6E1375374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40375E14-DF89-F6D3-174D-BAB3D0469E82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19393CE1-5B0E-D9FA-D7CB-8BB9697116EB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5" name="橢圓 204">
            <a:extLst>
              <a:ext uri="{FF2B5EF4-FFF2-40B4-BE49-F238E27FC236}">
                <a16:creationId xmlns:a16="http://schemas.microsoft.com/office/drawing/2014/main" id="{DE8497B5-F2E5-BAF0-74C4-D37EDBF3F172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Hn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07" name="橢圓 206">
            <a:extLst>
              <a:ext uri="{FF2B5EF4-FFF2-40B4-BE49-F238E27FC236}">
                <a16:creationId xmlns:a16="http://schemas.microsoft.com/office/drawing/2014/main" id="{F8D301F1-1F6E-FD36-8424-07AE354D17B7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356D80E3-30C2-9F34-7348-63A516CEF359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1" name="橢圓 210">
            <a:extLst>
              <a:ext uri="{FF2B5EF4-FFF2-40B4-BE49-F238E27FC236}">
                <a16:creationId xmlns:a16="http://schemas.microsoft.com/office/drawing/2014/main" id="{7D7F86C2-AB6B-AA0F-D879-92A0C34DD2FB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3" name="橢圓 212">
            <a:extLst>
              <a:ext uri="{FF2B5EF4-FFF2-40B4-BE49-F238E27FC236}">
                <a16:creationId xmlns:a16="http://schemas.microsoft.com/office/drawing/2014/main" id="{676F6C50-7A8D-D173-F900-A966C0703E14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5" name="橢圓 214">
            <a:extLst>
              <a:ext uri="{FF2B5EF4-FFF2-40B4-BE49-F238E27FC236}">
                <a16:creationId xmlns:a16="http://schemas.microsoft.com/office/drawing/2014/main" id="{5CD206EA-CDB8-F7BD-CEC9-C1A8A1483301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7" name="橢圓 216">
            <a:extLst>
              <a:ext uri="{FF2B5EF4-FFF2-40B4-BE49-F238E27FC236}">
                <a16:creationId xmlns:a16="http://schemas.microsoft.com/office/drawing/2014/main" id="{76697E88-2166-CD39-2BFB-85D727C96726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9" name="橢圓 218">
            <a:extLst>
              <a:ext uri="{FF2B5EF4-FFF2-40B4-BE49-F238E27FC236}">
                <a16:creationId xmlns:a16="http://schemas.microsoft.com/office/drawing/2014/main" id="{4C80F4AC-76ED-8B7E-B050-0A5EB67C8411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1A0F46B8-35BE-569F-9E99-72DE6B98AC17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3" name="橢圓 222">
            <a:extLst>
              <a:ext uri="{FF2B5EF4-FFF2-40B4-BE49-F238E27FC236}">
                <a16:creationId xmlns:a16="http://schemas.microsoft.com/office/drawing/2014/main" id="{17BBA89E-2F2C-0879-0768-B888CD64244F}"/>
              </a:ext>
            </a:extLst>
          </p:cNvPr>
          <p:cNvSpPr/>
          <p:nvPr/>
        </p:nvSpPr>
        <p:spPr>
          <a:xfrm>
            <a:off x="4328848" y="487609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5" name="橢圓 224">
            <a:extLst>
              <a:ext uri="{FF2B5EF4-FFF2-40B4-BE49-F238E27FC236}">
                <a16:creationId xmlns:a16="http://schemas.microsoft.com/office/drawing/2014/main" id="{B858E9C2-8573-DC2D-7224-24F8BB828CC3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7" name="橢圓 226">
            <a:extLst>
              <a:ext uri="{FF2B5EF4-FFF2-40B4-BE49-F238E27FC236}">
                <a16:creationId xmlns:a16="http://schemas.microsoft.com/office/drawing/2014/main" id="{6AE3A96A-3FC2-E437-A66E-A82FDB51F07E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7208BCA2-0775-3B6B-77DC-C4A9A9ACE368}"/>
              </a:ext>
            </a:extLst>
          </p:cNvPr>
          <p:cNvSpPr txBox="1"/>
          <p:nvPr/>
        </p:nvSpPr>
        <p:spPr>
          <a:xfrm>
            <a:off x="8739663" y="6572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</a:t>
            </a:r>
            <a:endParaRPr lang="zh-TW" altLang="en-US" b="1" dirty="0"/>
          </a:p>
        </p:txBody>
      </p:sp>
      <p:sp>
        <p:nvSpPr>
          <p:cNvPr id="231" name="文字方塊 230">
            <a:extLst>
              <a:ext uri="{FF2B5EF4-FFF2-40B4-BE49-F238E27FC236}">
                <a16:creationId xmlns:a16="http://schemas.microsoft.com/office/drawing/2014/main" id="{6C5AE07F-10B6-5802-A692-B21B65E50A17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B68291C8-630E-639C-7B87-885928383173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235" name="文字方塊 234">
            <a:extLst>
              <a:ext uri="{FF2B5EF4-FFF2-40B4-BE49-F238E27FC236}">
                <a16:creationId xmlns:a16="http://schemas.microsoft.com/office/drawing/2014/main" id="{EA61E6DA-7A1D-724E-5E60-2A8B7504E27E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237" name="文字方塊 236">
            <a:extLst>
              <a:ext uri="{FF2B5EF4-FFF2-40B4-BE49-F238E27FC236}">
                <a16:creationId xmlns:a16="http://schemas.microsoft.com/office/drawing/2014/main" id="{1D15DAB4-4D33-A3D3-7FD4-E67DDCE66479}"/>
              </a:ext>
            </a:extLst>
          </p:cNvPr>
          <p:cNvSpPr txBox="1"/>
          <p:nvPr/>
        </p:nvSpPr>
        <p:spPr>
          <a:xfrm>
            <a:off x="2508447" y="33033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cxnSp>
        <p:nvCxnSpPr>
          <p:cNvPr id="238" name="直線接點 237">
            <a:extLst>
              <a:ext uri="{FF2B5EF4-FFF2-40B4-BE49-F238E27FC236}">
                <a16:creationId xmlns:a16="http://schemas.microsoft.com/office/drawing/2014/main" id="{BDF9CAAF-DE39-6937-0413-19E8BCF2DEA4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橢圓 239">
            <a:extLst>
              <a:ext uri="{FF2B5EF4-FFF2-40B4-BE49-F238E27FC236}">
                <a16:creationId xmlns:a16="http://schemas.microsoft.com/office/drawing/2014/main" id="{5F42C7DA-35ED-260A-6316-5E109FC376AD}"/>
              </a:ext>
            </a:extLst>
          </p:cNvPr>
          <p:cNvSpPr/>
          <p:nvPr/>
        </p:nvSpPr>
        <p:spPr>
          <a:xfrm>
            <a:off x="5830086" y="437350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3194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A2D6-57D7-6F2A-A37C-3F384C6F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62B9FBB2-7164-1FA6-337F-E1868EFDE3EF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B206E41F-7AFB-D411-F763-E19DD31B879D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A649E1DD-2A45-7205-5AFF-8B0EDA70CFF4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FF73C174-6B11-5337-24E8-494EA943572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03A2CECA-D02E-4D83-C461-F4C4668039AA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4EB8C5DC-2EC6-A73C-1D4A-547351F84020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E510E0E0-BAED-52CE-0A5C-04A939EC5A38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9C3C82FC-82F6-8B81-2D27-19BFAC6AC31F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4A15B508-2D6F-16FC-B599-F67BC719771A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21AC7D19-6819-E957-F7B1-3AAFCAC16407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7AD205ED-92D7-CE72-78EF-9C0E954DC960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E751785D-7C3B-912C-51AC-D28D9A50C93E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031E4DF0-B617-35FC-9206-66C8D9B51CD1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D1878571-E786-ECFE-9CA2-A5E5E7903B61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BD3006E3-CB74-4915-29BD-5F990FF5790D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BE494EC8-D7EF-CCA4-AD04-D583610CE7FA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325727DC-33F0-C7B8-3FA2-100D54D7F069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50CD8648-A0FC-A8C5-1568-C0E88765C361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F1702ADA-0214-ADBE-3454-1DE9B7C06877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82F62978-738A-7387-E7DB-B021800D8628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5BE1A61F-A7E9-47D1-9341-38F9424818C3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1EAB55A3-D636-7D7A-32AF-A6D192989BDF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1B58D9A5-A427-4204-A6A7-AC173D6E0986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271A4AAB-0F66-2365-9F8D-D5334044E52F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9D061AE8-D283-095D-4F0C-A1BDD3834A9B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12EA7A4B-32CF-0207-3230-0F07837B3501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4E396DB6-2EE2-F7D0-0105-3DDE9430875F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8D5E902C-4223-6E27-89BE-11835E547CDD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684A012A-6157-3D41-B948-66C7925A471F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C91DD4C2-006F-D404-FC86-5D1E9692616B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1CAE4821-EED1-FD56-272C-880BD94D64F1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EDB66097-F35C-01F5-9FD8-DF634449FFDD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18BCC754-5EB4-3C89-DB98-74B37C31D09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EDB0A8DE-A7D0-C594-CA4A-D13DB54C5BA4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8F5CB7AE-AA37-5545-F428-974C6EDB565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A8A3E69-0611-E34F-ABA6-1F240BED7F95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9FDB9E9F-986F-F9B1-AB1F-B70E99770B9A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28DA8DDF-E8F3-0BD1-DA9B-680ECAAB54A0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2041CF20-A012-91E4-54C3-014E749F8CF5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1C794FE2-0947-7B76-6391-033206C9525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78E24329-D9E1-CFB7-199E-F580D8FF57C1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E4F8AC9B-4485-0283-2798-8BD281C01796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210090BA-77BF-E350-9C72-D4A2296CD621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9087B808-C3FC-A58A-8501-30B58D4AF441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6784919E-3A00-F1C5-D3A6-9EF29721F835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13956BE7-97E7-D331-8DD1-BE7FF16B441F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3A3949FD-B4B8-CE7B-ADF9-527504A7E874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2679508F-6F2B-9892-8871-2566DB074A0D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3465B008-3296-1E4A-EADC-976065BE8B1A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6AA794B3-207F-6991-E062-4EB175154667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9B43A4D5-58ED-0D76-82E6-52CC9B3A0205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A36FB673-F5FC-EF4A-DCB6-9B9D21C3ECFD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265304EE-E424-8F25-1433-314DA18411AA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315B5F50-038B-4E6A-C58E-A07CE63C4A25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9F46DAED-FD46-214A-5478-7841831F4C03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F5E60E2-B791-40A6-029E-7AE038569753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ECC79D8C-B421-AD2E-BBB6-FE3DF3F3BE13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A030710F-9D50-EBFE-AF58-A76593156F41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10A2EC87-9A9D-E48D-9538-2855F1729015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CE0DA1E9-8A48-F8FA-3DBE-DC2CC827E392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AA1753E4-D574-448F-E2B6-0E1F78E34C8C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34ADE2B3-1651-8BF6-4EB6-04705860C706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1EF41FF-F1B1-EEB7-5C24-89E22F79CDD3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6950703E-C137-DB5B-28E3-216AB1C72D2D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80B8C098-4697-53C3-57AB-79D90CE42216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DB13FA71-EE52-787C-DD38-B701C51153E0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0320EF55-95F1-BE45-A76A-80EB53DB16E5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2F2D264C-D34E-F78E-E226-2EDA41345992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9E16086D-FB37-BD7C-850B-794B3A0605DF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2AAC6C42-3AF8-17D9-F4A3-82284FF4BE83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AFEBA771-95ED-8F35-C5FD-6EC1D5B5493A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838CDDB1-B9D7-2170-DD70-7561AF022F4F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9F27DD3B-39FE-9C33-181A-9B9274EA36A0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30D5B86-7BF6-B28A-C7C5-9FF1C1FB035A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AFA87831-CA76-2262-AEB2-925B845AB49E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40A848B4-ABF4-E80C-84A2-D1D9F7EAB4BE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F046164F-0B90-3479-8B2C-C561ECAF40CF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3B5AF6FD-CC78-54F2-6A0E-90C401A4896B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DBC77D06-3A7E-3999-FB5E-07B61F014B35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97DE2FA6-CE06-397F-182D-0A4637965EED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F1FB724B-28A5-8DC7-28BC-42AAF5C34F10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F8F29549-332F-C056-5E92-B123A5861D82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93AE9EDF-62D6-6DF2-7F0C-D39CD9801EA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30E3CAD6-D948-C393-F7C0-037F3493DAE7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FF9571B3-40DC-72ED-BE53-BE174E731D78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15812E05-9FDE-4D1C-2736-39620C5139E7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CEA35C8B-E850-18C3-5DF5-4FBEBE1C0AD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7652D0D6-2819-8C99-C36A-99287B21369C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474A94D4-63F6-4881-E661-051065C3B5EC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AF664A86-F6A0-32D2-9E6C-1E429F0A7937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FAD075BC-6907-616F-0770-350FE04C418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1E4D34A7-8ED2-3C1B-1D99-3FD9F99CBDC5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61FCCEA8-7F01-E7B2-41E4-7D91ACF34ACC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ADB3F3C2-2029-36B3-45A3-43A73298A1CE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24BD171C-CFF6-E03B-DD73-C1294F89E4F1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DADFBB1E-62CF-85F1-436E-A8A86418BCCE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D450F50A-9E84-1B98-0689-5BA280D70996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8A9F827F-A12D-4673-1623-3C4741BBF3C9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18F7F01-B2FF-FA54-6546-28F90F78DDB4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5DBDE570-21EC-D316-6E2C-C3B97A5F18A1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7FD22A83-F1EA-6928-8ACA-C6529A32CDF4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BD467C4B-42FE-71D9-D191-4182F9EBE487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F70BD80A-0E00-B37D-9267-A731CD15DAB5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269F481-BF9D-967B-F60E-A521EE3B5A73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6EE04AEB-6521-30E1-6E6D-A38D0707EDBA}"/>
              </a:ext>
            </a:extLst>
          </p:cNvPr>
          <p:cNvSpPr txBox="1"/>
          <p:nvPr/>
        </p:nvSpPr>
        <p:spPr>
          <a:xfrm>
            <a:off x="-1089" y="26710"/>
            <a:ext cx="15808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2 Alex</a:t>
            </a: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上半場龍團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14012CFD-40A0-A294-BD8B-40C592BD68E9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462CDD7F-ACC4-11A7-25BE-B1DF06464D31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444B2E2A-A40F-CAC8-2663-7FDCAD520F79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58E1F9EF-3A1A-0FCA-1E28-87D3C27DEB89}"/>
              </a:ext>
            </a:extLst>
          </p:cNvPr>
          <p:cNvSpPr/>
          <p:nvPr/>
        </p:nvSpPr>
        <p:spPr>
          <a:xfrm>
            <a:off x="3767198" y="54357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F76D9B5E-79B2-8622-312D-6978EEAC9045}"/>
              </a:ext>
            </a:extLst>
          </p:cNvPr>
          <p:cNvSpPr/>
          <p:nvPr/>
        </p:nvSpPr>
        <p:spPr>
          <a:xfrm>
            <a:off x="7284438" y="484913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0F62E97D-A412-0E5F-2B96-02C4389CD85F}"/>
              </a:ext>
            </a:extLst>
          </p:cNvPr>
          <p:cNvSpPr/>
          <p:nvPr/>
        </p:nvSpPr>
        <p:spPr>
          <a:xfrm>
            <a:off x="6614588" y="451350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5F9D00AA-5F35-43D9-C07E-2B7120F8B521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1CB53AC2-4687-C995-2B88-AD06FC670946}"/>
              </a:ext>
            </a:extLst>
          </p:cNvPr>
          <p:cNvSpPr/>
          <p:nvPr/>
        </p:nvSpPr>
        <p:spPr>
          <a:xfrm>
            <a:off x="7867367" y="5435721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C2E93210-6A11-1436-90A2-954BF3383BCB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4458E318-7772-18E2-DA5B-B0A3FFEE4FDE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48D8B26F-F4F6-4E91-BC00-CBA7E30EBFC3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33F2A0E3-7E82-D440-703C-D7FF809343FA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95B614E7-E14B-BB42-9436-3A3296067E20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A31C57F1-7897-C184-6B65-1899C75F2607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B72F0B1D-83BB-2C30-8C25-47C15293B196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5" name="橢圓 144">
            <a:extLst>
              <a:ext uri="{FF2B5EF4-FFF2-40B4-BE49-F238E27FC236}">
                <a16:creationId xmlns:a16="http://schemas.microsoft.com/office/drawing/2014/main" id="{2FE52B5A-F0EB-F9CF-3CD9-1DD703E3E6F8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5F06B04B-BC4B-17A0-5B73-A75E7879FE32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396A5739-6D89-18D5-BD08-11EB746D8C4E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4B5E7100-46CC-CC18-9EA3-95DABA4E4C80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C010CA4B-E41C-8866-FE8C-601387F89D99}"/>
              </a:ext>
            </a:extLst>
          </p:cNvPr>
          <p:cNvSpPr/>
          <p:nvPr/>
        </p:nvSpPr>
        <p:spPr>
          <a:xfrm>
            <a:off x="4990154" y="451350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73BACEC3-93C4-8691-5502-05FFED8BE5F0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27710D08-37B5-F23B-35FF-CFAA500EE451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9" name="橢圓 158">
            <a:extLst>
              <a:ext uri="{FF2B5EF4-FFF2-40B4-BE49-F238E27FC236}">
                <a16:creationId xmlns:a16="http://schemas.microsoft.com/office/drawing/2014/main" id="{F4ADB13E-4F70-E161-10FB-ABDDC48DDFC1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1B4F29D5-8868-E791-8720-3456EDF6B6F4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F50304F9-3A05-93E2-AD1D-FBD0F4FB9234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857CFA46-A0B3-A223-7E8D-4446BAE74F92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A61A365B-5247-BDB0-DBF5-4D3CF0082307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63C09923-AD9D-E931-9C71-98795DB8EE16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A6D01DD1-A324-55CB-FEC4-AD74AF1C642F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3" name="橢圓 172">
            <a:extLst>
              <a:ext uri="{FF2B5EF4-FFF2-40B4-BE49-F238E27FC236}">
                <a16:creationId xmlns:a16="http://schemas.microsoft.com/office/drawing/2014/main" id="{BCA51579-0500-E135-A88B-BD8D6F1C20A1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E06F4428-A28C-77DB-B152-7D9881B4B5BB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0D00BA38-1548-7B57-A16C-855563E5C1DE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37028F83-49C1-E852-87AB-55C0F8144AAF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56284116-DAEF-955F-FAE3-6A478060E856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D3AF0223-2EC7-F2AB-CDBC-E4BB2CFB1DF5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84FEC630-0072-5F76-0491-DE0AE764162F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5578F626-5BE8-47C0-4553-6DEC8DF126F7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D538E784-7C9B-03DB-3A70-8BBD9F1D4B54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34A11C5E-5B79-D45F-D116-0A4C73020BDF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43BDB4E2-C54E-F9D0-597E-B9AE3B17FDE4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68BC8E63-C0F6-2A32-688C-93B3A8007B1C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E5B38559-8F3A-0A8D-1DF7-9C178DABDC93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22AAD0E4-69E2-46DD-9C58-326F73CA9D99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A415243E-F47A-CFBF-1414-586E0A537378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6F7B8217-42F3-1BA7-3577-69410A246489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5" name="橢圓 204">
            <a:extLst>
              <a:ext uri="{FF2B5EF4-FFF2-40B4-BE49-F238E27FC236}">
                <a16:creationId xmlns:a16="http://schemas.microsoft.com/office/drawing/2014/main" id="{CB65B92A-44EA-F483-279F-5F74A2D5CC1A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7" name="橢圓 206">
            <a:extLst>
              <a:ext uri="{FF2B5EF4-FFF2-40B4-BE49-F238E27FC236}">
                <a16:creationId xmlns:a16="http://schemas.microsoft.com/office/drawing/2014/main" id="{A573D8F5-69BF-424C-1FBC-8ED05A5EA76E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F90927AC-DC49-96B4-22AA-D77CED5A4A6D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1" name="橢圓 210">
            <a:extLst>
              <a:ext uri="{FF2B5EF4-FFF2-40B4-BE49-F238E27FC236}">
                <a16:creationId xmlns:a16="http://schemas.microsoft.com/office/drawing/2014/main" id="{E24C6815-550D-8F98-D46E-4B0CC60F1BE6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3" name="橢圓 212">
            <a:extLst>
              <a:ext uri="{FF2B5EF4-FFF2-40B4-BE49-F238E27FC236}">
                <a16:creationId xmlns:a16="http://schemas.microsoft.com/office/drawing/2014/main" id="{8E22FB00-E8F4-FE4F-F8A9-4304785EE079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5" name="橢圓 214">
            <a:extLst>
              <a:ext uri="{FF2B5EF4-FFF2-40B4-BE49-F238E27FC236}">
                <a16:creationId xmlns:a16="http://schemas.microsoft.com/office/drawing/2014/main" id="{EAACA51D-4D99-F862-D21E-B641F2C26FE5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7" name="橢圓 216">
            <a:extLst>
              <a:ext uri="{FF2B5EF4-FFF2-40B4-BE49-F238E27FC236}">
                <a16:creationId xmlns:a16="http://schemas.microsoft.com/office/drawing/2014/main" id="{BC9E0C21-F1BB-40CE-90EA-84E795258F58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9" name="橢圓 218">
            <a:extLst>
              <a:ext uri="{FF2B5EF4-FFF2-40B4-BE49-F238E27FC236}">
                <a16:creationId xmlns:a16="http://schemas.microsoft.com/office/drawing/2014/main" id="{B29775B4-83B2-E9E5-F4F3-3BE80A40F323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02598552-B4D8-D892-78FD-B9B16E1392D7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3" name="橢圓 222">
            <a:extLst>
              <a:ext uri="{FF2B5EF4-FFF2-40B4-BE49-F238E27FC236}">
                <a16:creationId xmlns:a16="http://schemas.microsoft.com/office/drawing/2014/main" id="{2FE3DDCA-0E9D-004A-8462-FBE3AAF76B3B}"/>
              </a:ext>
            </a:extLst>
          </p:cNvPr>
          <p:cNvSpPr/>
          <p:nvPr/>
        </p:nvSpPr>
        <p:spPr>
          <a:xfrm>
            <a:off x="4328848" y="487609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5" name="橢圓 224">
            <a:extLst>
              <a:ext uri="{FF2B5EF4-FFF2-40B4-BE49-F238E27FC236}">
                <a16:creationId xmlns:a16="http://schemas.microsoft.com/office/drawing/2014/main" id="{DEE3E372-8D1F-8977-F9F9-354325B8DCF2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7" name="橢圓 226">
            <a:extLst>
              <a:ext uri="{FF2B5EF4-FFF2-40B4-BE49-F238E27FC236}">
                <a16:creationId xmlns:a16="http://schemas.microsoft.com/office/drawing/2014/main" id="{F8CB00AF-F325-0ECC-34E8-48A3E63C884A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370341FD-7FC9-E9BC-1F9A-7E6135DB1D2A}"/>
              </a:ext>
            </a:extLst>
          </p:cNvPr>
          <p:cNvSpPr txBox="1"/>
          <p:nvPr/>
        </p:nvSpPr>
        <p:spPr>
          <a:xfrm>
            <a:off x="8739663" y="6572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</a:t>
            </a:r>
            <a:endParaRPr lang="zh-TW" altLang="en-US" b="1" dirty="0"/>
          </a:p>
        </p:txBody>
      </p:sp>
      <p:sp>
        <p:nvSpPr>
          <p:cNvPr id="231" name="文字方塊 230">
            <a:extLst>
              <a:ext uri="{FF2B5EF4-FFF2-40B4-BE49-F238E27FC236}">
                <a16:creationId xmlns:a16="http://schemas.microsoft.com/office/drawing/2014/main" id="{B0A73B78-E044-0269-CE04-27A1F17E07CB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B5ED6304-4259-CC0E-38D9-E04FCF5EE0E7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235" name="文字方塊 234">
            <a:extLst>
              <a:ext uri="{FF2B5EF4-FFF2-40B4-BE49-F238E27FC236}">
                <a16:creationId xmlns:a16="http://schemas.microsoft.com/office/drawing/2014/main" id="{15F3D01D-67D4-9741-D8D2-FC9320DB64AF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237" name="文字方塊 236">
            <a:extLst>
              <a:ext uri="{FF2B5EF4-FFF2-40B4-BE49-F238E27FC236}">
                <a16:creationId xmlns:a16="http://schemas.microsoft.com/office/drawing/2014/main" id="{C312CAAE-12A8-E059-14F0-B281BEFF65D9}"/>
              </a:ext>
            </a:extLst>
          </p:cNvPr>
          <p:cNvSpPr txBox="1"/>
          <p:nvPr/>
        </p:nvSpPr>
        <p:spPr>
          <a:xfrm>
            <a:off x="2508447" y="33033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cxnSp>
        <p:nvCxnSpPr>
          <p:cNvPr id="238" name="直線接點 237">
            <a:extLst>
              <a:ext uri="{FF2B5EF4-FFF2-40B4-BE49-F238E27FC236}">
                <a16:creationId xmlns:a16="http://schemas.microsoft.com/office/drawing/2014/main" id="{11056C7A-D3F6-6F6D-FFF8-5236588B376A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橢圓 239">
            <a:extLst>
              <a:ext uri="{FF2B5EF4-FFF2-40B4-BE49-F238E27FC236}">
                <a16:creationId xmlns:a16="http://schemas.microsoft.com/office/drawing/2014/main" id="{530FA56B-C423-D66E-D34B-77C471B2E818}"/>
              </a:ext>
            </a:extLst>
          </p:cNvPr>
          <p:cNvSpPr/>
          <p:nvPr/>
        </p:nvSpPr>
        <p:spPr>
          <a:xfrm>
            <a:off x="5830086" y="43735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029BA741-6A3B-280D-FE83-476F071559D9}"/>
              </a:ext>
            </a:extLst>
          </p:cNvPr>
          <p:cNvSpPr/>
          <p:nvPr/>
        </p:nvSpPr>
        <p:spPr>
          <a:xfrm>
            <a:off x="4601162" y="6407926"/>
            <a:ext cx="400496" cy="400496"/>
          </a:xfrm>
          <a:prstGeom prst="ellipse">
            <a:avLst/>
          </a:prstGeom>
          <a:solidFill>
            <a:schemeClr val="bg1"/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📖</a:t>
            </a:r>
          </a:p>
        </p:txBody>
      </p:sp>
    </p:spTree>
    <p:extLst>
      <p:ext uri="{BB962C8B-B14F-4D97-AF65-F5344CB8AC3E}">
        <p14:creationId xmlns:p14="http://schemas.microsoft.com/office/powerpoint/2010/main" val="3230604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A5F9C-4570-C673-FC99-433EE0195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53F2BA62-2DEC-E0C5-8C80-7AF452DCCCF1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710E434-BA4F-C6AD-8C22-C34142A0C314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C0EE2839-564E-79BC-1C0B-FFE0EB71E9EE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0CFE58D3-0F2C-CEBD-6AFB-FE56C70E6475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A06DA078-39C9-438A-B3D9-B26FA33AF6A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16A593A5-A132-E283-6662-8E2C4433C8A6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74E0AADA-D430-4E1F-5BB7-E674709D838C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97E89B92-0266-BEBE-F7B0-86F5EE95E8B9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DFBA5365-D6B2-9A88-DCC9-A80A4E1F90FA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CB45026B-7F6C-82B0-01A3-95EFFD7DB003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9099E90E-2D61-15A0-7761-CE8867D1DA6B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AD8C3D81-3884-03C3-9CE9-B5376CC31298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FB8C5814-1712-5845-DFF6-764668476639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426C5AEF-E358-6E10-0100-CDA4C776A55A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8168538-88A9-EC4E-1E09-8654E3009EA1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EC86FE8D-A808-5BDE-63F2-21C1352B9A03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1E0E1E3-4779-A242-0AE8-9D97AB36785A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03688499-C4D6-D4B8-4987-C402472BE02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081CD5C0-D949-89A3-815C-61FA80878D17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289E6707-0BAB-83F9-F0EA-00DE3F8B015A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52B6D330-732D-AC18-3F0B-FC6AB0CD8B47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EB298F86-5097-AC1F-0CBF-A426E86075B3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B4290EF7-4E8F-85BF-7CD6-DE3E9B9FC52D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9472F0C3-AE3D-D301-C4A1-1B1C9D9073A7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15F87A7F-8046-FB7B-3476-458E1D9238A0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24FF5921-1B9E-017C-50B2-FB8FBC602D70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BDE5D8E2-4439-FF30-CE1F-FB30075C8640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B9E2A767-F7C1-5475-CB17-03C87B39A71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BD633997-B71F-6796-7227-1785DFD2417D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7D4E10E-A82D-F234-035E-684CA1F1BE1B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6A4DC94B-4D28-3CAB-DB96-237263C48E1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EE289C57-CF73-3AA0-3FB8-53D984A74FB8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76FE0DE3-7722-BA96-4D10-AB7575ED8104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DE86155-D25A-0633-5863-5F6960B0C490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44A4123C-C27D-AF72-3565-9ADEC675C1F0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790E5643-005A-673A-9B02-194D9FDDBA83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706814D-99CC-9F23-E7A5-E9D46842A051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E032D63C-C831-D8BC-70DC-2C8AF497F75C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A8195CC8-BBB3-7FF2-65A4-9680519E3D01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1C2300D7-36AC-7842-5ED7-12F0E446367F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AC7CD3A6-6B97-464A-6848-7AFEBA97F6AC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1668EA2B-083A-EE87-BEEE-35C552A709D5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70BCA2DB-D54E-8A86-15D8-FB41AA455BB1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14DEFF36-2DDA-80A6-4130-0AE65500B55D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B89C67CE-8A94-3C6D-0278-27B89960F821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BF5CFB28-3225-4ABC-5081-8C462D5E7074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17BB1C46-3784-BE55-5115-AD1F253560E1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D0C140B5-48B2-666B-30C5-6A1CD26231FE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9A83DDB8-179F-7883-45D8-155A8386108B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3C165E02-BA43-F5DC-E780-34664BAAE7A6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C5AFED34-9A8D-D6C9-ED73-CE39D90FF469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B6D9D7BB-38A8-53B4-7C36-13696D98535E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16BA9F86-6146-A137-D065-301B8264B81E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6DEA8E99-5940-6F3D-B48F-9929E82B485E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7E6C2546-ED31-B096-D84C-09573028DA3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8C07CF6D-F72E-EF8A-A18D-091377BA8C0F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2CDC41F0-B697-2D35-D42E-59C0F0B489FC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0C55E63B-A2DC-6F40-300D-61255B358C53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3112C192-3449-6185-2C65-2D3F1F279A82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54BA9B5C-4A22-BBA9-4027-ADC88BEE5E4B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FCBF8637-7140-2CAB-3A50-41230F6E300B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2B144CC5-50DF-7E1C-6C88-DF8B86780DF9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3B1C7DAA-5E31-4AD0-3984-F16FB8947A91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79A7A01A-130C-BD85-4E37-D2A60B8499B7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2EE74E25-96BB-CD11-E1CB-61B435D53C8B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647291A4-0AD6-FE9A-CBA4-5D8CF11B8FA2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0D8A5ACF-AC69-7F0B-05EC-266F61E22B7A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7A29969A-B68A-4F67-901F-B1BFF3DB5C52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008C5595-C82C-008C-04BE-787EA2998ED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20292972-903C-CE30-C1FE-2792AC0A708D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39191924-A46A-4620-EC71-64D2CE501DA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31162709-EF9B-B1EE-9167-EF092CD1F3E3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9EAAFAB0-5012-EEE8-E588-F0F072F945B6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03850D8C-884A-B6EE-D19F-FB7758213AA7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CE3B8525-F8F3-3206-3234-8A9479DDF10E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58B8E724-B48F-487B-6AEE-A303A7671B62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53295054-56E8-3DC0-4CB8-D24564900EB7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399BE218-4184-A36F-AA02-D3E7E746E1A3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FAF4C67B-7778-5055-676A-4006E594A1A4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9221E49C-8305-3ADB-4009-D318F2A5476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2D74AB12-ED93-7D93-B3D9-518FA3E232B0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F56B6FF4-9A22-C987-9AE7-E16F7833642F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7EE427-97C9-2839-C4A0-C0CF7E536630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0A4F36C8-ADA3-E3F9-9B95-B023105FB6AA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A898FB6E-6BC6-E1FA-FB21-AE0F6150F02E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5F6337B-9954-68CF-3E52-54D962EAEDC8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6D164A91-6B4E-4766-1520-BF369190ABB1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34C045FB-F27A-FDE1-5786-40E898552DB3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C9C06043-901E-E971-AFE6-04A9C93F0065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B46DA771-7AAA-3132-95F7-C99487FA60B6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790EF84C-8315-3CAE-8F14-CC5FF3E76576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4045F231-147C-D099-118E-0A71D43330E4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2370234A-45EE-28E8-3056-17D8D5587E39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BDEECBE-FC94-1F5F-74CF-6634B35E6119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3361CB5C-A98A-7AAB-8B79-7D8AE742CA6C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BD615FD7-4C42-B8C8-90C5-6F7DD3ADA10F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F1B25E7F-2DCA-D044-9497-11CF1BCD0B66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F4016761-CDCD-6B56-6837-B64A2745E9D9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60A626A6-8570-FB7E-3663-6532719534B8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C874C215-2366-875E-C1C2-F8805BB674F9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42FB0AD3-A21A-74AC-90D5-9CD8DD3D5A2C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0810DFE-86F6-7819-A0AC-6647D25F5019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6FE5CAF6-B0A3-8CA2-6F89-85147BEDC934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7CDAA800-515B-31C7-0643-8ACEB7599804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06FEAE0-4690-9929-AE6D-AEE00F7A81E9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FB239B9D-941B-1BC8-2D8E-99A64A94B405}"/>
              </a:ext>
            </a:extLst>
          </p:cNvPr>
          <p:cNvSpPr txBox="1"/>
          <p:nvPr/>
        </p:nvSpPr>
        <p:spPr>
          <a:xfrm>
            <a:off x="-1089" y="26710"/>
            <a:ext cx="212429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3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格列佛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上半場／星團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A36E9860-947D-C836-A0F2-25799D594491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3E9A6D7E-AC4F-8E44-CAF3-3978984A897B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0BB87BAA-41BE-45BE-1707-0E18DCAD4485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EF048E95-1805-FD39-F3E6-8BCE35EF130C}"/>
              </a:ext>
            </a:extLst>
          </p:cNvPr>
          <p:cNvSpPr/>
          <p:nvPr/>
        </p:nvSpPr>
        <p:spPr>
          <a:xfrm>
            <a:off x="5804558" y="43662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8853D84B-218D-EE05-572D-8A95530902F8}"/>
              </a:ext>
            </a:extLst>
          </p:cNvPr>
          <p:cNvSpPr/>
          <p:nvPr/>
        </p:nvSpPr>
        <p:spPr>
          <a:xfrm>
            <a:off x="7545782" y="503658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486DEDAE-F0F9-3604-2027-E70C58738D51}"/>
              </a:ext>
            </a:extLst>
          </p:cNvPr>
          <p:cNvSpPr/>
          <p:nvPr/>
        </p:nvSpPr>
        <p:spPr>
          <a:xfrm>
            <a:off x="6427121" y="446191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A7208D5C-2C8E-3EDA-7047-C84A7BEED9A9}"/>
              </a:ext>
            </a:extLst>
          </p:cNvPr>
          <p:cNvSpPr/>
          <p:nvPr/>
        </p:nvSpPr>
        <p:spPr>
          <a:xfrm>
            <a:off x="7026737" y="4681041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F84C9617-3071-3396-EFBC-A2186BC49274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5E6ADD50-43EC-CFF5-8B6F-22F3655E946A}"/>
              </a:ext>
            </a:extLst>
          </p:cNvPr>
          <p:cNvSpPr/>
          <p:nvPr/>
        </p:nvSpPr>
        <p:spPr>
          <a:xfrm>
            <a:off x="7967748" y="554900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D0B39F7D-F89F-D0E0-CDB1-2DC5BCB961A7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64D65A1A-03D3-D505-12DC-63A6E44C933A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62CB5FB3-0C3D-2569-A52E-90E3A428ADFC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AF16B824-AC6F-0AF1-E203-8DE3CC5A98DD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C05A24BE-8582-917F-BA30-8DC08A4A559D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19B2E550-3E66-E005-FD5B-AE92806D5C52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13E114FC-0049-44B5-BCA9-371EC8A1359B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498AAFD7-CBC9-CE3D-EDA9-34C2700AE429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789549DD-1FBF-9C76-E43D-FE979CACFDAA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AC1E03A9-EDA2-A38A-B4F7-AF71D4D5F836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2A1935A6-58DF-5B89-3EB5-D61B63765D74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6EC87D15-F9CB-C960-0553-07B421949AE2}"/>
              </a:ext>
            </a:extLst>
          </p:cNvPr>
          <p:cNvSpPr/>
          <p:nvPr/>
        </p:nvSpPr>
        <p:spPr>
          <a:xfrm>
            <a:off x="4615931" y="467523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DEED8A6B-6F2E-06E4-C4FA-C7AF4D9268B2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445A6CF4-2A06-B16D-3306-16A48D96B212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47BCA150-FBF2-2843-1A1D-9B4DEDC4F52F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19129BC2-882D-6E2D-611F-391908B5BFEC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824480EA-7392-745B-9C1D-EEAA9CE12B47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F6A51EE-426E-6ACF-E56D-86A8166A04A3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7A26F7A7-FF38-645B-0F0E-CB6044B22FEC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F38722E8-7DFF-0C77-1763-C1AB82AF58E9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170BB0C2-EC2B-B455-E4C7-F170CBC76114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94F11B25-6E38-C0AB-98C4-8A2FCB7A7817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CEC4E419-50CD-67B3-329B-0280AD3637A4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34890373-6463-A588-1081-C0128FC5F2C9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5815FD9D-BBBB-A0E4-CB62-E4484F3FF870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E5DB9991-A3B5-38EE-0BEB-20D001AE46F3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69CF49E3-F6CB-AF6E-15B7-8EF4301C0CF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DECEE444-8797-7258-DB2C-0C26BA24B48A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2AF24FDB-FEAE-F763-C50F-7353254767D0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47F5D614-73A3-9AE8-3E8E-69CE31ED62FA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3E06C091-F110-58B1-0911-324B4FB5834C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ED677D36-9789-63C6-9C6E-AAB74A2EC7C2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196ACCD0-9134-ACB9-19E6-8A3386EFD61B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2FF478AC-642B-F5D2-60EC-17FA5C31CB43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47938812-85D9-B32F-C4AD-3308C5F920BD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3EB7A84A-E5D3-3B05-A014-3A5BE3B079B6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F18E8679-2534-A91D-A82A-460595027B3E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D28CBF80-5219-279A-7BDD-C5EEFEF1849E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D6438AD8-BC18-80B6-81F9-3D0DD7FB11D3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BD43DF26-B45F-08CA-A386-14BB630EFCF3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📖</a:t>
            </a: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D2D84ABC-B895-07BF-2166-9F0CAD75BBF5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BC5F51A9-A906-771B-B406-19F97719AD52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5770D666-2F95-4F19-68FE-9BD7770A3D94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E8AD4AD5-16CA-BDFF-D49F-B35AD383420A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39A0900C-7D1B-EB4A-EC64-54E954513051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E93DCCE5-49C2-2E15-0929-DF96864659CD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58963344-25A6-80DC-66DF-0138FB4F733C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62A1F31D-DE5E-221E-2AC7-F2266D85E91B}"/>
              </a:ext>
            </a:extLst>
          </p:cNvPr>
          <p:cNvSpPr/>
          <p:nvPr/>
        </p:nvSpPr>
        <p:spPr>
          <a:xfrm>
            <a:off x="4112422" y="502983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F6C928C5-A28C-A6FE-5901-F5A5CD08E784}"/>
              </a:ext>
            </a:extLst>
          </p:cNvPr>
          <p:cNvSpPr/>
          <p:nvPr/>
        </p:nvSpPr>
        <p:spPr>
          <a:xfrm>
            <a:off x="5202598" y="446506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</a:rPr>
              <a:t>📖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FDEF8079-4643-7E6A-E789-24A6EE58651A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11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F3226410-6CD4-FF0E-BE4A-BB82B90CB252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C44DFE81-CC95-5146-36E0-324E514BF8CD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9571B577-C210-1C26-0716-5E2F8726398C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E311199B-E5AA-D1D0-3A3D-EBEA568F61D9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B3E66D02-9DAD-A61F-82C1-025ADD99C242}"/>
              </a:ext>
            </a:extLst>
          </p:cNvPr>
          <p:cNvSpPr txBox="1"/>
          <p:nvPr/>
        </p:nvSpPr>
        <p:spPr>
          <a:xfrm>
            <a:off x="9199020" y="3097799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7+1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F2F46199-64B4-0206-7C3A-9A2672B3EED5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3147486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768B4-47DD-BDE4-0CC4-7C1EA4D9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3B9DD6A5-8624-1C0F-7A57-BCB7E7EA522D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53553C30-E157-8D2D-3625-AC59C98FF212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60E59E1F-B643-F263-68B8-99A03333C877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F790CFD3-B632-86E8-1DD5-60A6913BE8C1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46A88C03-CAA0-73A9-EE35-FBD42EFBDFAD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02A6CFB6-CE10-AE59-52DD-E96A5999E9CE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E664C861-19F2-CED7-349D-3CBFA1BD8215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96795543-557C-9C99-2F3B-21DF093E8B7D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FE8BBAFC-F05D-EF96-4955-7CC6809260A7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51BA3F6B-A239-2441-84DA-1BC7A35DC664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A52AF171-DC7E-9E26-390B-CA085787238B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381C8874-DA75-94A8-16E0-C3B2391DC8E0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F5A344AB-D90A-4212-BC17-8622D9C03843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C3C4B93E-4612-F6D6-687A-40E662F9E720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CC11CE2A-90CF-97EC-249F-099B27FA2F01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5E6D5D9B-2C00-B92C-12C5-F03118572208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7575B808-188D-E6EC-3B81-2CD54923527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FC92D7B5-7FDF-48CC-D9C0-52D2E7A7933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A2879A62-97B2-86DA-8B36-D75BA699C982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A2E7034E-612A-F96F-EF9F-A1D228F5871C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40AEC69E-EF38-3645-39D0-0A2B4CFE7D03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27F9BB3-A35C-7F20-71AE-BF94754B525A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E51B3EC2-5C86-C898-D551-610EE5EE2F1E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7C11816B-015C-8D51-1022-BFD861A655DE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5C8E4EF0-831A-32B4-A3D8-5240F1D00D72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FF825756-C705-A9E8-C832-EFF1AD40320F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FC023E32-275B-8BF6-F2AF-581065774298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CCFA1C30-1E30-4016-B37B-69C0FDC32C68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1A1C993F-7A14-AB90-B108-653227EB6EE7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C78BBF47-920A-09E0-3DB5-B86E9411BBF0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5D6A6152-1B8F-E2C9-270F-05D60B62C78F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33095940-73D1-26C3-DE0C-B3FFDE25B2FB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E5C2D846-8E1E-7060-4A88-86A66F59A38E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ABE76ADE-D59F-915C-DE76-A4F4D9037428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60B4AD88-75D1-3EA1-717F-1F9F58AE8F44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71651AAB-5C34-F043-1F47-FFA7C9E04851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146C8049-225D-380B-CBBA-A01B33E2D5A1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E69A22B8-CECC-291F-6ED0-702F0AC52EFD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734E0B8-C456-99D8-5E93-5EC3281DB92D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ED2D8055-AC92-661B-A84C-40FDCC46D619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87B3D65A-93A1-19F3-8D3C-A78711AAE174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0B163908-0129-4BB4-D269-6B70A420CCA2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2BE35D45-0088-B0BA-9536-AC973511CD53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04649279-918C-41D3-E88F-28442B7CE330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37F69425-AA7B-85B5-AEC4-3F25B6B3BAD1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9DBE3E19-8D15-56F8-5990-1655168FE82F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76202301-5622-EC2C-C930-518A8729F542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3E6E12E7-7BB2-D36B-2E96-FC65DEA9569D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8F62AFF-1DED-07FA-F52E-66D2640F0BFD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CB73C751-9A20-2F33-5A4C-D2EADB5FD09C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0A0D178F-2DF8-8885-91F5-E434880F7DDD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F731F9A3-8434-4455-13F7-B85D414E6349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CE45044F-C1D9-5C34-FBC6-D3CE3E2FF318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E8C76EBE-7818-6868-C908-DC5A4FA6C274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EBE06853-CB82-8AA2-44CE-0865FFE9E1E1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89A1B54D-5CF8-174E-8973-E19FAC818757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4E30BBF4-B1A8-74BE-426A-45B910C86B7C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AF8FBF0C-9FD9-EF30-508E-0A144796541B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AAE09B64-F3F9-D829-46FC-88C2B092CE82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1BCA3DE5-8E6B-C458-A276-A4219ECE6EB1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C11E8432-A382-F4B8-C145-17558C6C7FF9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C0B2F57E-5EC8-34AB-5A85-DEA4DB102B8F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C871AA88-D81C-B9A5-7C15-702EC7CCDF2E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2B9A024C-687B-613D-78B6-70501A41CF8A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A965D49D-95BA-6BA7-A11A-F437B2417A3A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E5577D7A-C475-62FB-4453-95AC6FC00CE7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F6118388-D61D-C45C-C7B2-2968456D3347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4322E4CB-76ED-9451-4E9C-F6485261842E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98DA846-57EB-E5AA-D098-069C9764CFA7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19A42967-7117-016C-F712-CB608FDB115B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D1C27A4C-FBA9-B90B-9A0B-3384CE590237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451E6CD9-FFF6-740F-00AC-AAD1F2BC9035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2AAFBB97-6CE6-B56B-509D-C7A4045A407B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2E482465-49E4-903F-DDF2-80C87D457F00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246CA3B9-EA5B-881C-F577-AF94078E478F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F2A5D029-E2E8-D971-2748-3E4A92A65269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A6A692C6-310D-F0B3-DD87-97DE2F3D0DE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BAC3C7DE-CB00-AB79-A2BE-F7283E55FCA6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E15D3AF4-2419-86C0-FAC1-E4BB3859B8CA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2CECB248-E5D8-29F5-1CD0-3CC40079A68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1E0615B8-627D-29F6-DD19-F654F02EDE06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6239EFCD-6D86-18A5-3E4A-2C5C56F389B1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242D2BBF-3906-CF5F-A3C5-6745C3214288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5DA3DA75-F928-4415-77EB-0D84DE857AC7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7F79CC-D4D6-74F2-B0AA-0AC1E418A3C8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BA14F6E7-BDF5-01D1-855F-0973DC5270A6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43F6FEFC-3A09-82F6-D5DD-D2D4B7592935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2007B4BA-E8B5-4E67-B0AC-96DC19FEFC35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379E45B4-AFF7-AD93-45C4-C6F1EB0254C5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15EBEB23-2392-1E33-6594-C0F796D3C702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B7E46D39-B3CF-F773-C1E6-54118319DE91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781AEDA5-00BF-55C8-466B-09963370DEE0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2A60CDE9-221B-2CE8-1719-6A8CC069E2FE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EA839AF5-EA69-F56C-3D1C-A75BE3307A87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B6E022ED-1FDC-3A38-3E79-349640C7EFDE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66BCAC60-9D10-0617-8E76-6E04BE830794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55AE6AC6-B7C3-458B-77EC-8E02169D4481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1981C6DA-F96E-46CB-4641-D052C28952F8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F380DD72-5099-9143-E79B-D30CEC7A3D45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52C74F7B-C73D-EF1B-FA30-062ED28750B2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659FA81C-60A1-89A3-D885-D419C25D827C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683A6D19-4286-E463-1C63-2B87A3DD17AA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53EC529A-45C4-4B37-B297-17308A0C7FD6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59F2DE03-784C-503B-4E2C-548FAE655A29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DB4F670-DEA0-24D5-BEF4-58B4B80DDE65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A6237E52-D814-0DAA-89D0-C993D7928C1A}"/>
              </a:ext>
            </a:extLst>
          </p:cNvPr>
          <p:cNvSpPr txBox="1"/>
          <p:nvPr/>
        </p:nvSpPr>
        <p:spPr>
          <a:xfrm>
            <a:off x="-1089" y="26710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4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掃除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上半場／星團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0FFB24BF-F79E-4013-3A26-5774B27832D3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8124BF45-638F-372E-357E-BE32548988D4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33CC298A-D6CC-9C80-FF5A-4722223300BB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729FFF4B-40C1-438D-6F68-B6DCC1419933}"/>
              </a:ext>
            </a:extLst>
          </p:cNvPr>
          <p:cNvSpPr/>
          <p:nvPr/>
        </p:nvSpPr>
        <p:spPr>
          <a:xfrm>
            <a:off x="5804558" y="436623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4046C7AF-9648-F5CF-8C7D-DB9EFFABA159}"/>
              </a:ext>
            </a:extLst>
          </p:cNvPr>
          <p:cNvSpPr/>
          <p:nvPr/>
        </p:nvSpPr>
        <p:spPr>
          <a:xfrm>
            <a:off x="7545782" y="503658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F0E1E196-B1FF-E0FF-17A3-45F112AF394E}"/>
              </a:ext>
            </a:extLst>
          </p:cNvPr>
          <p:cNvSpPr/>
          <p:nvPr/>
        </p:nvSpPr>
        <p:spPr>
          <a:xfrm>
            <a:off x="6427121" y="446191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AA2C18B5-21A2-E769-6F0B-32D4F792FDE6}"/>
              </a:ext>
            </a:extLst>
          </p:cNvPr>
          <p:cNvSpPr/>
          <p:nvPr/>
        </p:nvSpPr>
        <p:spPr>
          <a:xfrm>
            <a:off x="7026737" y="4681041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0EAA8675-27A4-9364-4DD9-BAC9A31C0EF4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2A2C8E75-A3D7-BBD1-6567-EF7DA289B6F4}"/>
              </a:ext>
            </a:extLst>
          </p:cNvPr>
          <p:cNvSpPr/>
          <p:nvPr/>
        </p:nvSpPr>
        <p:spPr>
          <a:xfrm>
            <a:off x="7967748" y="554900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FDEE73FA-8D22-AC8C-9AE4-302E169B0F6D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10A9BD27-FCB9-751F-508A-A86F5376EED4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F349DF38-774C-66AB-67A9-F4F33CD00ADB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EDC0CA7B-92A8-555F-70BD-FE138034C467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46872083-8F6E-5FDA-7487-A1F8CFF6FE6F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BE16D85F-1126-6F5F-DB2D-25295A02A50E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FD475B21-F242-71DB-DF7A-78E71942B538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56702D36-491A-5A9A-3647-3BC4650E66D9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98735374-D7DD-CFAE-CFEB-A633A5DAFED8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9CAD930E-FE9C-68D1-1B10-125B083EBA1A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E7834047-7DF0-49CF-46A0-8FC1DB461A22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527A0D60-CE51-4909-C581-E333825CAC33}"/>
              </a:ext>
            </a:extLst>
          </p:cNvPr>
          <p:cNvSpPr/>
          <p:nvPr/>
        </p:nvSpPr>
        <p:spPr>
          <a:xfrm>
            <a:off x="4615931" y="467523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7CFA4E06-1E8B-4DC1-BDAE-FB1CF7B8323C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58A27B4F-B5CC-2478-4741-842AB2FEDA0A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E63B4E27-3B06-D026-F388-2193234CD22E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81A65684-804C-84A1-6B72-010A21B9A564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4B8ECF1D-2BDC-419F-1B54-57BE6A3421E9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0FA8F7F5-6F30-7118-D2C8-B575DA4DA162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0009A5C9-6902-CC42-D7C9-FB4B173C6C35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391AF27-6508-3B9A-AE61-888D6398EF92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03709770-51E6-BF31-B939-47620C762709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D7322C51-0D16-BFF1-F992-5673F8C37937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96C25D13-FC90-2305-EDB7-C225B1D53D5F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309FDA20-1BCA-A17B-BA45-5B4319D65505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B88A06F4-C3F9-4B22-A2FE-E9BF9F7ED017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3A192B66-3BCA-F4BF-B08D-F85A14EAFEAC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8BCDB8A2-D474-014E-7CD4-D8F03776BEE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FCC0BD6E-09DD-F397-7647-CB42E2933658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FD1BFB7D-9EF1-0A61-96E1-EE5D71A39016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454C3510-0256-792A-DAEC-AB723EA2D1F9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609AC4A8-8C67-55C3-2170-BDBF0ECFBCCD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D04F7F94-4905-BF73-C84F-8B233A06827E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7A628A67-247C-E82E-BE0C-EA6D8B92C251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695410D0-7DE6-D4E4-BF61-59ABB9A984CF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996DB150-18E2-17DE-ADE1-FAB726C7D44D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924530B2-0D0A-D768-5C60-FC630353B27C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2481033F-6BD1-AE7B-9330-F45BC8705215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9B0B6525-3F13-E2B8-4D97-AF9EA4C4F8F9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74FB344A-87A5-5368-A7E5-8C9971364857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28B33EBE-23E0-1256-5C3F-89D5742CF498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49DB4329-8F2F-9F3C-DA40-091E2B607B34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B885FB56-04E0-298A-F15F-E47BD1DAC154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C1C33950-28BA-2BE9-4AB4-FAAC5493B098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372F8B48-55F6-466A-065E-BDB76B2A1DA4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5FA0F935-A951-8FF0-1244-24FAD8FC8DB8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12C6F1C7-44B2-FB5B-3CB6-9AEFD16BDB1F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B85A606D-CF59-AEAB-72E8-BF98B70EA018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1681D1A7-1ECC-8944-5A42-143CC528C1FE}"/>
              </a:ext>
            </a:extLst>
          </p:cNvPr>
          <p:cNvSpPr/>
          <p:nvPr/>
        </p:nvSpPr>
        <p:spPr>
          <a:xfrm>
            <a:off x="4112422" y="502983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23B66966-0642-BF18-533A-10995D09327D}"/>
              </a:ext>
            </a:extLst>
          </p:cNvPr>
          <p:cNvSpPr/>
          <p:nvPr/>
        </p:nvSpPr>
        <p:spPr>
          <a:xfrm>
            <a:off x="5202598" y="446506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B256F147-815E-7F2F-E332-6B437EB7CAB8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11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76913601-162F-A46B-119E-CB45269DA0C2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E52711CC-B1FA-3254-8D33-763A138C6B5A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40ECE4DC-5F2C-A0E0-B169-C1D99EDF8EAE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1E2E1457-967A-64FB-F53D-34EDFBE053D1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41C26EDF-AC8D-B0DC-3DCC-13A30F6B87D5}"/>
              </a:ext>
            </a:extLst>
          </p:cNvPr>
          <p:cNvSpPr txBox="1"/>
          <p:nvPr/>
        </p:nvSpPr>
        <p:spPr>
          <a:xfrm>
            <a:off x="9199020" y="3097799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7+1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FFD965BA-0DA2-22DC-E5AD-C09B20CFD44A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3998648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66365-9299-0A16-ED1A-B842ECB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687E7D9A-A996-ACE6-7AA0-114FFC98FB0D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133339BB-ECAD-5E33-C962-0B7B1B5C4B74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898B7FF7-93B7-60DB-0EA8-DD720B512055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92CE6C97-75B7-1E91-56B5-F49D0007370E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FF89480E-EC29-3717-57DD-C716DA8F1D5A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DBA72922-7203-7097-897B-AD4009C4BCB6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81E6B229-0DA1-7C7C-1F4F-E49491F5CCEA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FE531E0C-E2C7-D276-C1A3-E22CDB43A846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89182EF3-8266-90B6-78A8-52F37218E847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9C278DC9-CA16-41BA-B150-2E8985E3513A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B65E08FD-F910-86F5-4626-D883554D127C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7ADC7B8-5C96-D130-B9B1-1E650C83D7DB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D32A91C1-9363-54B5-86F7-D5D433623081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AF7ED3D5-DCC9-0247-BF69-E7F62D9E4DF6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9CF4C8DE-3701-850A-2740-15B88ADE4A72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DF6D7C21-C79A-3798-82D8-9AFAF52EDA5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45AC39B5-460B-2F60-772A-340EF8891299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4165AD46-10D1-A981-9C98-4B9A58F55765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A0A3E958-8303-5C00-2F8C-91F9FCBF5005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0835213-6315-E001-AF57-7CED879E3C8C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11621F7A-151E-B644-1C2B-21F0AB0DE47C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4C8276C0-C058-37B9-7659-3708657570D8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4656BFDD-E944-F216-A477-A847384964EB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D988CA38-B7C2-8922-2A3A-53063C9238F2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01CF3AF9-1607-5C58-53A5-2216FD274DB9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8475EBD7-9456-DCD6-989B-8CAE72EC3D7C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217641D0-D6B7-B6A4-7501-E7E902CFA1DF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70437132-3863-F424-F002-C2A3956B5297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0914CDB2-26D7-F5FD-3454-E3C418FEE5A8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7BB3EC7A-53A9-5436-0132-42A8770A81D8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2D058F2E-54F8-3021-C85E-C5EA43B10C3B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304B88D0-0E1F-8C05-2E8F-2FA724BF378A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1F1FCC6A-67EE-75E4-F1B2-BFE5AEE03CAB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1581098C-1043-267E-7D87-C1F25FEB2837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EF6A8CDF-042D-3819-2C90-6341CA8C3E22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D51777CA-FE22-99F1-76B8-458DF94655B2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DB488999-1F4F-9D38-6E86-4B18318D3DDB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B0C87825-EB8D-0ACF-8121-BD8EFC48AEF6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A01A52CB-9F6C-2D7D-1428-2A342284F6A6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7B2FE80-F7E2-0AD9-3B64-6310522F0E8A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730325-8A21-94FC-F74F-6F8EC5DA9E57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9F76A8C4-326C-AF10-09F4-4A36ABD2DFF7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427F3CE1-26B2-EABB-86F4-C8D87788F39C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3CCC22F8-8315-FC1D-84F2-65CA96A11C5D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5D905C6E-7A80-5238-6E1C-1F91B8F12E4B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A7FEB15C-42D2-2867-3BAB-50F6E928B7DB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034A4BB2-65DB-E9F6-BDA4-83DF1A1D0DA5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2C085C6-9291-A9F0-BFEB-A01CAF12DA57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90213D78-B4B6-7C34-ECD9-AD54EABCC213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0C345524-A34D-DBC0-CFB9-8239E7225E55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205D7F66-34C3-EB31-C5A6-D2CFCA3DB30B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353CAF9A-6DA9-002A-EAC1-A3E2DCD8EEFB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A7A15120-D368-C0BF-3F2D-427DB0B9CB00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3728C991-1F8A-AE51-4766-821DDEA608C6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E7E63CE5-2041-5382-CEA3-2ECCFC8900E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1665ECAA-6737-B7FD-8721-BF1B1960DC1A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CAEF7146-ADD4-463D-4B3A-1C485FBF06B4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CCF1FFF5-5822-A755-962E-61ABDB3D51A7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B543BF71-C0DE-7BCF-9BD9-47A396FB8AA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96979C25-A39A-22BB-3298-34A0482BC21D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5C260CED-8DB3-D909-69BA-E95139D0F8D7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1D89D390-A825-20B9-0078-8717CA20D96E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6CECD9EE-7F9A-CF57-0ABD-1432FA8D6878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29B61D04-6DC1-05E6-B61E-B4E58CDAB9D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D66EADBB-7F0B-D86E-9BC8-777B97A6E74E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8B24F1E1-DD7D-3812-B606-246573089F8A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E22530BE-A429-FCC2-C70A-2358F8A7B6E8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F8B06857-B616-B18D-5A44-BD3AD76FF258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2C36C1A9-C223-5975-9568-925316606C3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3A873EDC-36A3-F394-2AF2-3AB91273E68F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59F94BFC-D73B-6DE6-3D65-0ECE04A91645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F9FD0084-AF2E-1303-860B-8445F222B821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BAFE1E3F-5459-E0E7-3C4A-43D8949EB11E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B3EF81CB-0652-539B-1E60-0B7991347954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D6DD2A70-DC1A-6E85-AB17-0876FAD118DA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F43EB591-BD99-C071-45C3-DF0E8B5997BE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843DDC8A-F770-044A-091F-B75F420448E7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2311C452-53F6-A824-638A-F37599D4D191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5DC836A1-7643-F08B-378B-C22E148F489F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C032E725-F77A-D22C-9919-5F05CB3B2004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DA404410-CAB5-8E95-528A-E9B8BBA2614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3628816-ED84-B276-3CEA-1EC694FF68A2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7BF64D68-4640-8200-C863-E410BCDE7192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217B89DF-12E8-E077-24B1-7D0FDA9CF361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7FAB90DA-BDD0-3271-2CD5-811510FACC0E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3C625D1-2DF2-EFB2-FD91-092675B7ADD2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82834A69-49C0-BEC4-D66B-CA2552D32057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81993D2F-8176-00E5-8BF2-8B3A9C7E1ECE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C074C0EE-D8E3-A9D9-9A1F-FFBE4CEC4FDB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4283B04C-8F6E-5E9A-37BA-8535DA445692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418D4BA4-49CF-8476-0DE5-7C724B5D2E12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99BA77F5-0828-E65E-F4D3-45C1FFD8B630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58DB2472-1C3A-1083-BD95-0EA6A3BAC94D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E4D66AA7-66F0-FA30-D518-D2EC083532F1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410CB881-83FB-B950-CFDA-78D573ACF0AB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2D655F9D-8BA0-0E25-0DCD-252B32B07F49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A82E2FBA-B537-39C5-214B-9C2376D876F4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8C0394E4-3513-A14B-CD48-1BF5B50AF2DE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543877E7-8105-F110-C129-769B3FA17C20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C4E1FE0-679D-1CD3-6477-2E20CE6E9950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E2F0C135-A724-1EE5-8091-18D7C926B1EC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0B11E6B-5629-6C52-C8C1-F104DF7E3696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7653FE55-954B-1815-BF1D-D08B5CDB629C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3FBCD610-9345-6AFA-6082-B482812FDEAA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7BBCF0FF-DBDA-863F-4539-132254CA5EA0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B6CE6F87-D1C0-D3CA-5688-8758F14DFF3A}"/>
              </a:ext>
            </a:extLst>
          </p:cNvPr>
          <p:cNvSpPr txBox="1"/>
          <p:nvPr/>
        </p:nvSpPr>
        <p:spPr>
          <a:xfrm>
            <a:off x="-1089" y="26710"/>
            <a:ext cx="35509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5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流星／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6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砂紙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下半場／星團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7CE7028E-89E5-8848-A284-08856AA3C9A0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E8230294-FA48-8336-7420-83E137EB67C5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4F396CAF-CA95-9660-DDEF-3E83F09616B4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3FFA72C1-DF39-5D01-6392-D9D5AF1FC9DA}"/>
              </a:ext>
            </a:extLst>
          </p:cNvPr>
          <p:cNvSpPr/>
          <p:nvPr/>
        </p:nvSpPr>
        <p:spPr>
          <a:xfrm>
            <a:off x="5478621" y="4420253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B4086129-46F6-F642-2F66-AA729DB39034}"/>
              </a:ext>
            </a:extLst>
          </p:cNvPr>
          <p:cNvSpPr/>
          <p:nvPr/>
        </p:nvSpPr>
        <p:spPr>
          <a:xfrm>
            <a:off x="7393682" y="493169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4B73904E-A0B8-69DC-B8F8-60B74BF8B1AD}"/>
              </a:ext>
            </a:extLst>
          </p:cNvPr>
          <p:cNvSpPr/>
          <p:nvPr/>
        </p:nvSpPr>
        <p:spPr>
          <a:xfrm>
            <a:off x="6189615" y="44266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56DDDA6F-F243-D5EE-5A5A-7497D56A833B}"/>
              </a:ext>
            </a:extLst>
          </p:cNvPr>
          <p:cNvSpPr/>
          <p:nvPr/>
        </p:nvSpPr>
        <p:spPr>
          <a:xfrm>
            <a:off x="6807470" y="46040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15C45E0B-325E-9FC5-AF27-2332CE25F53F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0DEDC966-EDF9-FB70-4D73-A7E5AC69951F}"/>
              </a:ext>
            </a:extLst>
          </p:cNvPr>
          <p:cNvSpPr/>
          <p:nvPr/>
        </p:nvSpPr>
        <p:spPr>
          <a:xfrm>
            <a:off x="7884994" y="541555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50FA8A5C-706C-32E5-6F8B-28EE68EB0347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A22E6BDD-56A4-1C3A-ED16-ED1210873EEF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577AB8E-6B4A-3189-FFE1-E449C072994F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60832902-4C7D-45D7-93A9-84204378CF77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71CF6DF8-C9CC-2F14-B5FC-C8EF98D6A18B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D6900C93-83D5-FA48-B9E1-103C955A25A6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15B19F5F-3A90-21AE-AAB9-240FFFD3B0A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C9636CFF-84B7-1EE5-71BB-B52C9246CEEB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534BF811-AE9E-BF2A-6E84-AA4480904E83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1841A510-FF7C-DD00-BE65-C386120548F0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D6BAB6F9-BD4F-DCF3-8E59-E8134FAE4966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7DE2AAB2-B6EE-BAFA-F39C-7B7F3BEA7BF4}"/>
              </a:ext>
            </a:extLst>
          </p:cNvPr>
          <p:cNvSpPr/>
          <p:nvPr/>
        </p:nvSpPr>
        <p:spPr>
          <a:xfrm>
            <a:off x="4825140" y="461025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219E12F2-A321-3572-D942-B825B2161932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76C917AC-7F5A-E64E-FE5F-75D8E90A193F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E880F5FD-62D3-0CCE-4342-8A1BAF30CAD7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B09910A7-6419-E91B-D7B9-4C8341F1F414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8EB6CA4B-3B4B-29E7-A6C8-9C09E25F3485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2535381-10C8-3007-8B9E-E65592E10412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A4EDD50C-1997-1041-8099-49196A09F815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89EF7A79-8C05-6B48-5E1A-7E4FC6307FCE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DE218C0A-4A3E-FAF1-438F-F2A3EE9A3F19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66F288EC-1187-9935-9FBA-9B91CF54C0BC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792801EC-348E-3BFC-5041-156D45FB0A8A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E42B4680-0E6D-787B-126F-148B4ACA36EA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3F960E50-1AB3-1AA6-1C81-29DCB6DFA29E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23B9BC3C-4144-9792-1BD6-38CAA2C52AB2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238D3609-48D0-0E9F-FFDC-28F1C0323AE5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3E88330C-A6DC-6126-5A16-F894900D5857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AF1453F9-3390-00F7-B58E-6A6678E63552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978F11A8-6425-468E-D12B-F8DEFDB7A004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57D173DE-CD65-58E0-6943-6F60EACED64C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81BFEB06-4D12-4BD0-C4EB-74FEFAB47A6B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8D2E647E-CC0D-4993-2C87-013FA1B3A80D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E6879A4A-7A1A-15B8-C01D-1ABBB06A48E0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E55931E7-0460-614E-3512-8381CC9DB1D5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B83F2CFA-194A-F274-4E4B-475C23B91936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800846B7-C38B-E602-E783-848CB2AAD1F9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596C34BE-370A-4390-17AF-5DA0C165CC05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C1124CCD-CFA8-A5A4-9481-ED2C761C349D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6492470C-49D2-7AD5-127A-A60CAE1FFB40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551CB571-E26A-BB73-C480-E2DA979C1DFE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0B5D8B4D-9868-225E-1F7A-CB6667001C5B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9538B721-AD49-4853-BD91-C7A192070DCA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A32BA296-647A-41FB-DE00-45F4FD8C7DE3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438FD7C4-86F3-514E-7C0C-0BBAA6194AD2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BED6B6E8-349F-6BBB-30C0-A1E5FB58B1B7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2149BD17-766D-C675-E0A7-B6C1D0170DE9}"/>
              </a:ext>
            </a:extLst>
          </p:cNvPr>
          <p:cNvSpPr/>
          <p:nvPr/>
        </p:nvSpPr>
        <p:spPr>
          <a:xfrm>
            <a:off x="4218007" y="49819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992BD588-28EC-3492-7AF5-4B84D9F39F10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041A4CB-91A8-643A-7CCD-C4ABC8AF442D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5B816C5-870D-5586-F597-268039B6A53B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2253F1DC-6F42-82A5-77AF-6CA3022A69A2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EA709D2D-83ED-2DB0-B1AF-8E270955191C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994224B7-F80B-3FB9-B0FC-0B2B57E765EC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0E140247-625D-FDC5-748F-2065A94CE9A9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8D4B7516-6554-9F82-ED6C-34E5851B4A58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8074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CB6C-4B6B-51A3-5994-0D511D86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7063ADCC-BB84-6E33-BFBA-280F3944A567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976E104C-A8D4-BE5A-399B-2799A565BC65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9A48147D-2397-C75D-1B5B-A08C9AFD1941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4E20FE39-EC06-1A6E-4328-556ED0C7EEE2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A4589493-DDCD-A7E9-E8B7-51255908B018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4B707682-D9C7-6951-266E-E0D395B40A91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9E1748C4-FD6F-B02D-0549-F9971CDB202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2FCF52E-B31E-5FA9-4C1D-85BC818A4BCF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B6690F11-F62B-28BB-834E-8E7E70C61E36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63B592F5-C29B-A6E5-0389-EF80415F8BBA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B07DA3C4-7B43-AAD5-A316-898CD96D1F4E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84879A68-1B94-E781-EA8D-817D50DDA82B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8FDA32FA-4C09-0722-9DEA-8EF4358AC471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278DEB59-DEFE-FED5-8B51-BA55E2A0142D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FB8AA1AC-2BA0-85DD-2851-35A64D501DF4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D1EEBD39-964C-026A-A025-2AEAFF7EA747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B21D38D4-E0FA-D376-D280-A5AA2A12CF1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D139A5B9-13E6-4DC7-8702-EA98E42DB1E6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F4EE5D49-EE21-1B50-E169-D8B2EDDD1573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FBB99D-E345-44C1-2EEC-D619B99F33FE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2C07E126-DF88-35D8-D5A3-5485D0AE5B1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E15A004F-8BC6-D157-4893-47AF42857BFC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658C3C99-28FA-F11A-A517-FAEA89E6C27B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00A8E3CC-6085-B8A9-7320-894DB993D2C8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30BBF389-A56D-9315-4E01-49A491FA6B2F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6C98C617-C4C8-FD48-1ED6-C9A7835B5BDB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9DAAB57E-B9DD-EEDA-572C-8BFA4B5B0FD5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A5C2CDF6-7BC6-5F2D-7C8E-179719A37B5D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7622B9F5-447E-EC15-A602-56E51F950427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EC4DD15C-7A15-A991-1FD2-F77C35A7266C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9F73B0F0-DD6A-A9FA-2C4E-1BFD738873B0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C44D091B-5D7D-2FD1-C9F7-FC3182CA1991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83304DF-A887-00EA-97A9-42CB71DAD0DD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FE44FADA-111E-3463-2BBC-0BFF52B045A0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27EA1C2F-7244-54A4-92D1-A4E8A15D2B18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54CBF8DE-3E00-FCA4-8712-4404656E845B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74450D8B-6566-4318-22E1-6F8C1F55C504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439267E6-3687-8EC9-2B41-BF903363EF97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E6651736-D332-F704-4198-9EC62A29EC41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458BB1B7-07DE-F4F9-1221-A4DF6AE7CF22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000274A-0CDB-256F-A03B-052CCB17C0EB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BF59E1D8-1625-AF9E-6C76-A6AA441EBB90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3D4B6AE1-1FE6-2170-E42B-085503D94C0C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F243954-E69F-963F-D7D2-5B57D208C667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D326F799-6400-05C9-EE9A-B34EFA34C380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106B850B-7B6F-8687-813F-CA926326ED79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7CE53D78-2C1E-7FAB-D988-53BB1A36D2A4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CB2AB3E4-5AE1-5710-C05A-3DD08D2B5B3F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9C284D94-2C33-8F0C-B4C3-49057AEF8EB6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604720F7-B3CB-250F-4780-DBFDDBAAC7A0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04651C57-5A55-47E9-5815-E82D81650D6E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839B60F1-6C8F-AA00-EF1B-7A1B49DB993B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FED05471-9A14-A844-8137-08B9BE373418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2E2C645D-5A16-21D7-1B17-868FFD0A6B01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B5685954-CF1F-61D3-93CF-17A4D5ACE315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5C53DEEF-2A4D-81DA-75E8-ACA6C3F70AE9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AD4BA175-ADA9-0F72-C939-D8FD24E1D104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2F7F60A6-12E5-053B-BA21-105DB1F4BE9B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88EE9348-701B-5D1D-EAE1-7A5C450D71D6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1DBF867B-DAAE-8FA3-052F-356B3F6860AE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EFC8D276-0DDD-C937-B02B-94AD9BB87CF5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DD2AF06B-7FC0-3147-6E6B-181FBCE82F24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0B9D9B7F-A16F-E5CF-081E-D904C574BB78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BB05EEA5-ABD6-B3A1-D0A2-6CC8480824D1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A29941BE-1165-187C-9685-F5E6D64E210B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895A8F70-2C06-EF1C-F987-691354A70BAC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B2D58187-D396-16F6-2CE3-C1A40F305A15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CBC4EF3D-4476-18C0-A412-DEA9B7F14D94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E992664C-7AF5-E2B6-742B-5FFC2E7CB3C2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177581DC-6C6A-6AC6-CB9B-872ACD90BAFA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84D79BAF-98F1-62BA-D1C4-27529F92358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65FD4C89-B4B5-59DC-5E09-3B463AD87FCC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78D7573-6E76-DB93-4D35-FAFB680D8EE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03780E8-5A60-5729-7FE7-F64EEBFC2658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A679D11F-522D-F598-90C8-CFDC788D983B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F1C1A7BD-5EF4-8227-57B7-EB175B79925B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46EA8596-2D77-7E7C-7975-81A761DEA9D6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85263B72-AF82-C68C-90A9-69DF2ED2E7E9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7299345A-1C62-2C8E-6927-C2E786DFB808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5E40B8B0-58E4-77A1-8886-CDC4AB184797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B2D6A1B2-870A-3DB9-5044-9D6C596D2A90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687D67FB-0AF6-6C3C-B32B-F3054A179887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054E87EB-D263-6C45-9107-99836C0CAF59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99ECBB77-4B28-A379-2C3C-DAA1BB2CD112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735DF77-FE1B-D6AE-B843-ACFB00DB8122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24B761C4-E26F-611B-BE97-EF7E8BB9E102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34B7419D-B3B4-F6A9-589D-56A25C8B6EFC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E7E103EC-246E-780A-9944-81767AAF1754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B5572C13-7D02-50B6-BCD1-D0583ECF0BD1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77240A5F-D9C9-E5AA-C0A3-714A2EC58738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53E5BFE5-C70C-22CB-661C-5F9362FFC7E1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3430874C-5ECC-E4B0-2B75-B164951AFABC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A5E06D9A-BFB3-F7C3-5C80-1191E1F4D1D7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99CEDBDC-90DD-23A3-83BD-3DCDB9076ED1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60A03D96-25F7-C6FA-242E-0B8BA06CCA71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92EAC959-652F-674F-00FE-FCB26291AAD3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EBF6E37F-AC8A-C68A-7D2D-1BFA01E7A02E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AEE950E4-5AA4-06A0-72F2-8C3525C90EAF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350704D7-AC16-1F8B-6789-577B7D1959A5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EEBDCBEB-91DC-8D93-348C-91C8D236F8F7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83831593-CFE4-4B4D-9B13-91E1378C59FC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B9C7A510-9EEE-84E1-3A03-79A635AC343E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0B503B2E-4BDA-9688-4B0A-D1DB1EBC45A9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77FE6326-15C8-0505-14E8-F7661B5ED748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8A111E5-336C-40AB-2871-C6ABB3AC9808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A836600-02C8-D860-CCB1-54C3D888DB40}"/>
              </a:ext>
            </a:extLst>
          </p:cNvPr>
          <p:cNvSpPr txBox="1"/>
          <p:nvPr/>
        </p:nvSpPr>
        <p:spPr>
          <a:xfrm>
            <a:off x="-1089" y="26710"/>
            <a:ext cx="22028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7 Moana</a:t>
            </a: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下半場／星團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CF74CDFC-19FD-713F-F198-10A0C80847CD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D48BDFAE-C1DF-4220-6D0F-346749F9B688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ED4FFF34-5881-EA92-65C8-546AFFF1D95A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E4CF8953-C305-E422-F311-7965214A53C9}"/>
              </a:ext>
            </a:extLst>
          </p:cNvPr>
          <p:cNvSpPr/>
          <p:nvPr/>
        </p:nvSpPr>
        <p:spPr>
          <a:xfrm>
            <a:off x="5478621" y="4420253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865422A5-8ABC-3665-4F3A-9CBEE138FCE1}"/>
              </a:ext>
            </a:extLst>
          </p:cNvPr>
          <p:cNvSpPr/>
          <p:nvPr/>
        </p:nvSpPr>
        <p:spPr>
          <a:xfrm>
            <a:off x="7393682" y="493169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D4C4D5DA-38B3-2688-26B0-4CB804DB0504}"/>
              </a:ext>
            </a:extLst>
          </p:cNvPr>
          <p:cNvSpPr/>
          <p:nvPr/>
        </p:nvSpPr>
        <p:spPr>
          <a:xfrm>
            <a:off x="6189615" y="44266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7F6B99DC-119E-B34E-570E-849F0C114A1B}"/>
              </a:ext>
            </a:extLst>
          </p:cNvPr>
          <p:cNvSpPr/>
          <p:nvPr/>
        </p:nvSpPr>
        <p:spPr>
          <a:xfrm>
            <a:off x="6807470" y="46040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93FE9961-6E37-CB17-55AD-C10FE265C224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B5CDF182-0C2B-1F0C-D83D-8E61A74D62BD}"/>
              </a:ext>
            </a:extLst>
          </p:cNvPr>
          <p:cNvSpPr/>
          <p:nvPr/>
        </p:nvSpPr>
        <p:spPr>
          <a:xfrm>
            <a:off x="7884994" y="541555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BC2176F9-C409-9DE5-BE66-98CAB3DD892F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A19E39D5-EB31-3664-F22E-035AA3BB6A16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8376D8A-390C-DF72-751A-FD60C5CCC4D7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7582E202-6EFA-6684-53C4-C299BFB0F7D0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36DCDD85-AC9E-9B25-C892-AF5621C0AEA6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D12531D2-1022-4163-1654-3A1FE8687BF1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20C6878F-5EB8-D179-B86E-2D7C8467C7B1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F3D2A458-4CC9-AF73-AACF-65B2373C0CE4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85E7DCBA-7BE9-7322-C427-60E0FA2D88C0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9ACE06E6-6EB0-CAB2-D882-2F2CFFBAA9FB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1435C065-3F72-CF94-A331-0FA0F76FEB56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CDEB5CD8-7394-5156-2BE9-E7B2FF3C02EB}"/>
              </a:ext>
            </a:extLst>
          </p:cNvPr>
          <p:cNvSpPr/>
          <p:nvPr/>
        </p:nvSpPr>
        <p:spPr>
          <a:xfrm>
            <a:off x="4825140" y="46102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EF7A4FC2-159B-7D46-2D9C-1E7CC71CDDF3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BFD47FDC-5F01-708B-FA56-830C3B5480DA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E79595D1-1ABD-9D13-1462-CCA94ED45C96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EBDB2A8C-DE41-7054-96B8-6F2BB01E05BC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C402EA73-4E72-6FE9-1B25-84FBA9E434AF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F13B233C-D284-ADD9-8F3A-75EB17B854F9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32002EBB-3A9C-DCE9-4886-412701705C17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88A64516-E05D-9F7D-51EC-EB93E3D94C93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6E44B49E-C7DF-4E20-B098-A4A2FE18E5C9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3B4B44EA-69B7-E9A0-E614-2905F28CBA01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C945F413-2DF1-A4F0-984D-369D74739E10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59588FF3-04AC-7B99-6868-5C2FE778BDA3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6197F7F3-C8B4-D003-7204-6CA0EDC5C080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2D64F953-7666-A8BE-B895-43D17AF11F94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1198A4A3-2789-3A90-1118-BAE6B52876D9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8D057587-ECB8-F3B4-7822-01FAA8EF015A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A0ECE877-E9A7-9808-12C7-2E16F085A25C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7DE10F03-F47F-3916-D1C5-68B5878B3247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4AFD7A97-9B10-031A-2491-4C4D425812C4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CF5441AE-518D-B348-2C4D-BB213C501B22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51AE16AE-D54D-4FF8-FAF3-2AE6551EEDE1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C0D3E21A-39C9-6649-8008-4B4C2FB7F904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FFFB96B4-9970-A43F-1AFE-C29C5B6FE714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E9BB4A98-68C5-6E34-AAEB-D08644C25060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3AC0411E-3C9A-4831-EA6C-DCFADD87604B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F36AFD6C-D5FD-9CCC-4FB1-ABAFAAB8A7F1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69FE7FD7-D255-2237-EE54-181AA3F768AD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2D768083-3C5F-0A16-E5F0-EFD9F9B639D1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A9E1F70F-69A1-6473-A038-869BB90DBDE8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DEC87038-02C4-7E13-C221-B4DD9E756D75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9777FE22-6781-61FF-88FC-A27A456D9626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83EBCEDA-7B37-048F-999E-30DB43703099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1068F843-F10A-B921-0DDD-735A5956612E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1CEBE5CF-28AA-6339-6D91-284A96E92583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9764E85E-EB31-6494-45B3-03556D3F0683}"/>
              </a:ext>
            </a:extLst>
          </p:cNvPr>
          <p:cNvSpPr/>
          <p:nvPr/>
        </p:nvSpPr>
        <p:spPr>
          <a:xfrm>
            <a:off x="4218007" y="49819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8CAEF94F-4510-6F74-BA25-FAA90C9AB852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530AC079-F470-DD1F-65FB-1F4E58CA82E0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DE5F2ADE-CB4F-EC87-4BB6-950BDCC85D97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1D35FD7F-1A51-23C6-04DB-5A0252C2C50C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D3EBBAA5-465E-65F6-A3AA-8213B42C62A1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55FFF4D7-1C40-7A01-6A5C-55D7EED7E82D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0190C132-5087-103F-F4E6-0759A1152735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4A4D2974-F11D-D1BD-0D8D-C6BBD04B7D4D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7039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73804-8B44-05AF-3EB3-7D08150DF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0ADB60C4-43D9-4780-0C96-44A4FADA2404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5404A6E1-3733-EDA2-8BF3-59C3B51080DA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9A3C6042-3DDD-D5EB-C6D0-0FE14205C1C4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22A944A3-1675-B660-6C5E-43B60081B1BE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12F19A62-6369-201E-8789-B5DBD4B68E45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0361A8E8-67A3-8CD5-C417-EFFBB2C517B3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50C70690-B7A3-345A-2CD7-0906807E790E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D476036E-0FEE-7FA7-31D0-EB09481A6433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D410C9CF-07C2-43F1-8589-56E0CF2BE3E9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8AB0CDFB-0D9D-E05A-9D8B-2BBC4EDA32EC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0DAA21BD-AD31-FBAB-781C-A8E7F59D9382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881E8C79-F575-0C88-6360-FF5CCC112C33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7CD4A1A9-5D93-E3AE-2F75-89FA037D3081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912E3D19-23FB-28A0-E42E-8C1F91FCB686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988F8354-EDF2-14D6-42D6-D8C04B1F3E99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604ED915-F799-49B3-FFED-D85886F04A62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85A6238C-1629-703D-280A-057549483435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8B558BB4-C78A-374D-F1A4-12731908872F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23B6B95B-AAE4-FDB6-642A-C331C1230333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AB424A25-4D82-1990-DAB3-B2517F5D9DD9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012FB3B2-686B-B616-BF34-16C547D60F14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F1E5E94-1EC8-4ED9-D3C9-1A6961ACCD86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6D6E1E7E-289F-7AD0-BB92-7A5F7B310079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92786762-3E1C-476C-F01E-AA1B009B61C1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874A968-C604-B580-486A-E74C12F1E871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EF4A8A78-7E1E-80A1-17CE-654A9DFA1CD2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8D2FF8F8-964A-301E-AD7C-A3E526C8C7B2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BA4D8345-B33B-7B02-C8A3-9112ABEA2BFE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06DEE9B0-32F4-2210-E0ED-C82B90B25222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CE219143-DFFE-8696-9ECB-3D074BD53E47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1CA9A1E7-3847-21EC-00DC-C8BF2C375FFF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06218F82-159E-DFA7-2F6E-69DB22A20DAF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4A76C2A4-C194-0793-7643-438798108713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D0DABD3A-F009-4EEC-5979-69EAC7694B62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E4516487-94A4-2357-1271-7C32E4CD87F9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D1317B3D-FFBA-E972-6E34-52846F946693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86F07C88-4DDB-4EF4-2735-0D3E84262C57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AF316643-AF44-D61C-708B-CBD194C7A7D1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7D900E7D-503A-17B1-AA37-4860F665DF8F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41A5D6D1-7E95-3B11-B94E-150C94C2FE85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270020C8-0296-23E2-B84F-08C6EA10243F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20374F8D-D827-B777-1635-FF7A2652CD04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DAA75C-8699-7AD2-C12E-E51E7DB5C1E9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1AA14686-8ED4-32AB-931E-6271A4DB79D2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6C436A7B-808D-22C8-98AC-752BAD9FBA3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059F0FA5-6E72-209B-AAAB-53C4E87ECBD8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6C35ABB1-6A61-91C8-BFEB-9C5285DAECF0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78F706E-DE99-8196-FA53-6FA083ED6DF4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384F434-6261-E232-ED06-F319471D969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DC6484F8-7E5A-EAC1-563F-445C8C004264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CE60C4A7-B89E-AF68-8FCF-AEBBD54EDA78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FF975C27-AF3C-9153-B1ED-9176C64F82FC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180CEE6D-6218-D779-BC5D-E20D78C4804E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2410829E-88D0-CAA6-ED14-9CEC50F870BC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4D5F64B7-40D1-6893-391D-07BB0766401C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14C357A5-FA80-2E58-3E98-B96CDD297DF9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196C52D3-DAC6-43BA-AAF4-F6BF38EB501D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1FF0DC8E-8C69-531C-F1C8-77FD67953404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E284A582-EFC9-46A6-C7F3-4EE6E1F9D04F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C2B10D19-6F4B-E929-52C1-FB6ACA6C7DB6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9AD7943A-143B-CB9D-1307-87C0612F6D1D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5E9F3786-4DEC-E7D4-2C1B-87F53BF0CEAA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E5BA9809-0901-5670-B60B-DE4A0334FA27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6C28E6F-B158-4090-92EA-43F891555B39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3872CA2B-0347-7293-1A2A-E54B447CB003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949B4DEA-A89B-9827-7230-F5A4DF417858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D26EBAF6-C5D3-5466-CF8D-B7D2F653AF90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9ADA9C90-72C7-3CEE-847A-BF039C857E4B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38C8DD70-AD27-A82C-9B95-94FBBD2EF734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DE26A8B-4544-032E-1D54-26AEF7D28141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E9B68E46-CE32-1665-B521-67CF956AAB54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956926FD-AD05-BA74-75CD-F262BDB216E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916BBAF4-DF84-9039-D340-EAECF28B3139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123C2ED5-1558-CE27-65BD-7B691C62216C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8A2B74C-FA8E-11C1-B00E-50600AE3151A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FBF27609-C4DD-8E75-5400-7C6F389FD4E0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60B8BA3B-320F-21B4-26DF-8310F43287AA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F4CEBBD0-E0BD-E960-11E0-C91672A3F59E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580F3565-A7AD-D3DE-4BE8-E9B79B83F6BC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8B8E8C82-2A8A-4B49-E821-B28757B1ED37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572BD0C6-1F74-AA0D-93AF-945024811CC2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8894AC73-E52E-1F27-B8F0-96764AAEAE88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F5E10173-5D9F-FC65-1D25-F3A3A130AE1A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18AE2569-71AD-288A-AD56-56F3AB9B03F7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E5D36E9-5798-1F7F-D77D-628F6DF33521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000BF306-0767-F302-B96D-40AB985F6E08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F346FD0B-19F8-FDAF-E40A-3A30D3032BB1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E778125D-69B1-20F8-715D-9D35D0D5BF99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58797AC5-5BA0-0212-4BF2-496FFAC2A40A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0643B1EF-0A25-9ADC-02FD-D883E92EA27A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D0EB3DE0-ECF8-A7E5-58A2-6DA3FB0787FC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CB09173D-C5C0-0462-072F-ACD3B307BD50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C979511B-9FCE-3DA8-8851-66A50DAA8C8B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9C690483-EA56-2227-4972-A2526097AAAA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C32CBA46-F0E2-CC71-447F-6C4C61C88598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D716C8AD-9ADD-6FE3-948F-87105E3E7DEF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00087B12-4F69-EB6B-6715-4818C296367F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B7AD3406-9023-6C94-2CC5-E2FD809CE042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C03E95DA-D5CB-DE53-7DE0-21BA1B21197D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8E0C6FB-8CC5-AD03-E4D0-6089194DE7EC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3EBEE904-F564-C57B-AA4E-E41AB2D7F18D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8A4A8B5-D435-ED67-7825-7D826AA87CB1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14DAE57C-5A1E-59BD-22DD-04BD7A163B09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33F69AEF-E805-3007-FD6F-99C714AA74C6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9FF2C78-4C6D-1533-9803-E59C457B608E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881A5A96-05FD-C597-36FD-737BBF5E9932}"/>
              </a:ext>
            </a:extLst>
          </p:cNvPr>
          <p:cNvSpPr txBox="1"/>
          <p:nvPr/>
        </p:nvSpPr>
        <p:spPr>
          <a:xfrm>
            <a:off x="-1089" y="26710"/>
            <a:ext cx="35509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8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 童玩／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9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馴龍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下半場／龍團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C4DBB43E-C577-146A-84AA-C14B2D35BD9D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E6CFA629-4294-7CE8-A01E-255978AECF24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0C518A23-A773-AE6E-D814-BE52CE0DA66F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4818C58-D5DB-07CD-2280-C2763A34A927}"/>
              </a:ext>
            </a:extLst>
          </p:cNvPr>
          <p:cNvSpPr/>
          <p:nvPr/>
        </p:nvSpPr>
        <p:spPr>
          <a:xfrm>
            <a:off x="5478621" y="442025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D5615BA3-C130-4BD7-1A83-59CC51E5C789}"/>
              </a:ext>
            </a:extLst>
          </p:cNvPr>
          <p:cNvSpPr/>
          <p:nvPr/>
        </p:nvSpPr>
        <p:spPr>
          <a:xfrm>
            <a:off x="7393682" y="493169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FFAF071E-8640-CAB1-ABD3-CACE0C53598F}"/>
              </a:ext>
            </a:extLst>
          </p:cNvPr>
          <p:cNvSpPr/>
          <p:nvPr/>
        </p:nvSpPr>
        <p:spPr>
          <a:xfrm>
            <a:off x="6189615" y="44266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A27FD689-3B0F-76FC-7166-AAD649D26604}"/>
              </a:ext>
            </a:extLst>
          </p:cNvPr>
          <p:cNvSpPr/>
          <p:nvPr/>
        </p:nvSpPr>
        <p:spPr>
          <a:xfrm>
            <a:off x="6807470" y="46040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A66500B4-5D8D-1D3E-A3BE-6D908E285221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48B51B4E-E282-8C4C-720E-F28F3CB48F44}"/>
              </a:ext>
            </a:extLst>
          </p:cNvPr>
          <p:cNvSpPr/>
          <p:nvPr/>
        </p:nvSpPr>
        <p:spPr>
          <a:xfrm>
            <a:off x="7884994" y="541555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49CD17B0-2B47-2750-A716-9B89A76CB456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64220CBA-4DF2-86F2-1BE6-5315B8903D4A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C3A85DF4-7EE6-606D-7719-87F3B6AEC395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4A69DEF9-41A2-EF93-DA9A-248DCB42C286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EB6CC64A-5E79-41B2-4A48-A8361AA303E1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C48D5F23-D260-DCA3-6A73-B9E503C35D0F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F19C2000-5A8D-6A50-4664-C6C4970C3859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235BFE23-47D5-E526-5528-06D30E7B8741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306012E4-CA3C-C438-F92B-B10E533D17F0}"/>
              </a:ext>
            </a:extLst>
          </p:cNvPr>
          <p:cNvSpPr/>
          <p:nvPr/>
        </p:nvSpPr>
        <p:spPr>
          <a:xfrm>
            <a:off x="4825140" y="461025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A686B464-0C0A-893C-4DF6-FF7716B64E6F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5D3813F2-6107-2E87-4AD1-587BC4172C76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0D78D970-ED03-3403-FB7E-3A14489BE4E6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EA82C6CE-1449-8F20-41A8-810A1ED70D3A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1283C468-9105-572A-9248-4EF030A9DC07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F835C37B-8191-6A25-CDF6-B231780682F4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365DE3BB-C4EF-FB52-F48D-A89E74675583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E087AD8C-DEBE-03A3-ED46-333F2A08D9E5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05E35698-B35F-2CFD-40AF-F23C5433264C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940CFB0B-F7D2-5665-44BB-C82744A9827C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5B8B1561-FF6A-E1ED-49CA-D7B5D9E5BD14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20626FF3-D1F6-6DA2-5838-3CD925964507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D3C156F8-DE10-589B-E61A-AC5327D39D53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8A98D2E8-5405-95C7-9E97-4081FD3C7129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7DFAEC9B-BBC9-3D41-687A-A208352E1472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FA4A8C77-122D-D17D-930E-C5D47E45FCE7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4A8FC8DC-457F-3322-76F1-448B25BF0886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B8ADCC0D-299B-C877-3FB0-A68419F9808D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288962C2-033A-9CC7-BFBD-E00F75C2D676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0B973EC0-4F60-B837-553F-1F3B29461BB0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C36598A2-65CF-F3CD-785B-0518D5CD35EB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81D807A0-E07D-7F71-2AEB-9F529A3E47AC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85BD3F4C-F7E5-597F-E419-1CA0C974DFF5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11861E62-6C2A-102B-5F9E-12588B0AD373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00852CAD-669C-32A1-5585-FE103A997B68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C5DDA99E-13F8-BF36-B829-57B942B81F06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680B162B-340E-1E06-011B-ADA96775E8F4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5035A80B-F122-7212-AFBE-C5CF945671C7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55C8A7FD-1982-15F3-B4FE-A473EFE8109F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2AE78DD9-4EFE-0899-3C71-88C88EFD281D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BFC5E73F-CA5C-C882-942B-48048E855B6E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BD71B1A7-07FA-2A87-41CF-734ABCFA6B6E}"/>
              </a:ext>
            </a:extLst>
          </p:cNvPr>
          <p:cNvSpPr/>
          <p:nvPr/>
        </p:nvSpPr>
        <p:spPr>
          <a:xfrm>
            <a:off x="4218007" y="49819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E707817-4974-6043-614F-BFCD9D61101A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653EB910-3E18-48BB-9564-B24BF6C5A9A3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DA737AD3-6FC8-5FD6-40F3-E16E786A69B0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7838296A-B564-9A25-3258-6F5A7D01B294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1EEF8C7B-D433-45F1-8641-38BC463133D6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62EBC8FD-E6D5-69D4-E412-49A66D963626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7F3927FA-ED2F-759B-C5E5-5736DF674A33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332DFA3C-68CD-41B3-6442-B86348CF9846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5804773E-AF1E-FBA5-17EC-B6F2D4D7FCE6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15EAE9A3-6829-FBDF-6E1C-E012CD0C3C59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489CEAF1-A081-32A7-4D8D-858B952C4728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8205FFDE-786A-586A-C594-1DEE8A342C93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DBECDE9A-264C-4E98-77C1-6E91EF5E73BC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E5658606-2EA0-F536-BB06-43AB86C324A1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46537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0C503-91AA-8B4A-CFA7-3C23076C5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68DBAD8A-0027-05CA-012B-1DD5D8850066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3D350214-97A2-B319-5D4B-BC07CA9FEC40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7A8BCE6-D670-68A1-49DE-5C4677299CE4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A23A5EEE-4762-5B99-3325-7AC804EA9EF0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796EDE80-E9D0-8C74-8B33-B0AE26A6AC60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C0F9C42C-D3D9-B03D-0177-D1D02AC8FE53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65C77EC5-CE1E-DB67-72B6-8084023AE25B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05ACDE38-6101-A6C7-5969-FB00A5A7281E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F7D9EA3E-BAB4-0364-A337-18C6198A3781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42401245-24BF-60B4-DA1E-64FA529CC3FF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A8D56ABA-1853-1A75-90CC-CDBBBB13681B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20FB9F77-048E-91A0-B24B-76C3AAE37EB5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B2792B0E-EB42-258F-E5CE-63EB15A3D5E7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0C3892A8-1911-1723-57A0-1A35701454F1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9129EFB2-7999-51DB-E5D5-4682174CE832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F8362F73-836B-21D8-CBA4-4E3BEA31B65B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BEBC5D38-B1B8-6ECF-6162-85EEAF9AA78E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45C5AFF8-1043-22C3-3513-DC62E99A9D37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68897A04-8AA2-7902-A773-39938E391DA9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69626CC0-B79A-69FE-B4E8-4633A1B61CDA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9504FF73-85B5-8F53-39CB-79FD948EB6BD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BF729633-09F5-2B19-847A-4593771D75B9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65FC766-CA56-6127-3B28-D79C21DEE464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6F392DEF-64D7-C0B6-197F-B6E0292FDE4C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EA0E7D9F-6F28-5531-C534-19F2132AC391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3710EF88-5543-74E7-E35E-9E86D72158E3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77372290-5E87-A7D1-5163-54BE8DAAFEC9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78B19AB2-FCC1-E949-B0F6-73DF2B1CCD03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870D8B30-A461-7DF1-393A-2AE1FEE02781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49CB5926-98AF-2D1B-5F3D-8EEF6CFA7FAC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35E40F57-B6E1-C562-5DA1-3D2708434EE0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FCC7F90A-929A-DDEF-07B8-5695BE659320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7C9328F1-E4BC-52EB-2242-1014CFF98F0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29B0AB91-2286-4CA9-E55D-496DD7FA3D88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CB09BEDE-49B1-B336-2F3C-CCD211995D6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A24BD43C-D2D7-6B51-DEBF-EBADE8313C3C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D15585F-03FF-3847-2E0B-7E086E6D49C5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BE5F55DA-BDDB-2747-3A8C-0AA2C30A6809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FC38A2C1-AA4D-F528-0612-AD39E5DCF41B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52B28A59-8C75-3667-8F6B-CDDB3F28F95A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F068F487-10BE-2C66-07AF-DED29AFB5A20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D85BDAB3-792D-5B77-37E0-0642B82F8073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E4F625C9-9684-B252-BBFB-51D9947AC864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5F6FB3CD-5241-9CA4-5583-B4C8DAEA2AFC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221886AC-E6A4-A6EA-5ACB-85038852792E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7B77CBAF-D4CA-247D-37D0-806E7B093DB9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A1CAC152-BB9A-8F68-95B1-96BF326BA288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9441BDCF-E838-22FF-B333-F45806A6D714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7B25F32B-33FC-4FB3-5485-0CFAD34CBF16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0D154217-E486-DD71-8FBD-9D18DDE70C59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CA259739-F6B3-928A-3777-2BF646FA9248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8B4C2BEC-0596-A17D-6830-EC0F2FA285CD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A90AAEB9-4842-0D7A-CD7D-43AB1D6B40BB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AC6D9DA1-5B3A-A559-FADC-14B47A196559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EE5113EB-B33B-EED9-1ABA-1130A8F4FADB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8A19B7C0-DA7F-0975-98DE-83ACE580ECEC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B854686A-2016-22D3-4D52-E97AAB788A8B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B8A36E5A-6B54-0405-CDC7-079327012DD2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0A8F1D22-B661-EC88-E7D4-5F76122B5FA5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86798FA9-29AA-C1EB-B40E-2EFDA0E6E657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B96506C2-F019-97A4-918A-0D1A95602A8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3AE64DC-91C8-3FAA-305A-B55F2E6DA8C5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067BC4A-F553-0E82-C609-241142C88DC7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BDBC7476-D417-6B38-612F-5B5509C4538E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C5EFD073-A3ED-79C9-A4E8-7B03B8EF0E18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3D66C5-203A-952D-F0A6-9190A9CA125B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6F601C1D-25FB-5C38-B67B-C0DB018CE173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3D745C8D-05D7-AEFB-C951-35A6847CF75E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AD271D16-EEF9-53B8-B1CC-E01284F50876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5FB5376E-5B2A-74DA-6D5D-E3632BA5C7C0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4D76282F-F6A5-04B7-2CA0-E02285B2BB76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E1AE1997-C02E-4494-AA98-22398F7F700A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6E77BF26-B418-775A-6351-3036C8A4B81E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0129208F-1E8C-A931-F7DB-F51F2587D31C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42975CD4-4796-09F3-6698-F666B64E6450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05B8F520-6256-934E-4A1C-113F11F3D1B3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A7454C2D-A1AB-A623-5EDB-6E050B2924BF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BC302BE5-6EB8-CFE5-27F8-E3089D0EECE8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DC3C3572-AB2F-6AFE-F6FF-3839E1D02363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0A88F13-0DA0-03CE-5BD4-7A0C98D27DD1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40AF4A86-823E-533C-E664-CBF72DA64CCE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054F2548-0A9C-F41D-3B9A-79FD5016DA35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DB826594-90D1-E8EB-7887-FE650E3243EE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72571648-E2E9-75FC-828A-9A73023DB9E9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582AF7DA-088F-C637-F932-19806B6ACF94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F094CDCF-008C-7EC0-25C8-B4223339DF6A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077E6E68-1BBC-7A8E-0889-5B85244C05C3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625C7BEC-EF44-0A72-1258-3E48AC2E179C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468D36C7-5D89-11C5-1F6A-621820AC1285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C0676239-4E14-7688-D16C-0F453ED8D6E3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760CB82D-7C13-6528-2A8D-585613C06889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1347D24B-9A39-1109-39AC-5EA899A2EFAC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E363FD5D-3418-F585-1DB0-4C26D7704D44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2BD83AFA-2366-061C-EC9F-2E5405D70F46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AA25269D-39F1-0CC8-D4EE-10460EF99035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B6BC87D7-9AB0-122C-7835-C1B5E3903FCC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7BCEFB32-BCBE-A03B-6FB8-19336CDAB765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BD2D3D14-52AA-C262-DEC8-5AE6BF01394B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5981C46A-6E19-4BB4-D05F-4304697405C3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1B4ED76E-1744-AF29-AB3A-70DE3EF58B03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316503C9-F827-A2CB-8D60-104B94160A38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B3D4DBCB-C70F-0C26-ECD1-4F86DAA29BDD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FE73D4B8-47DC-81A5-A265-B78AEF41D507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19FE3E7E-0BE7-5B1F-492F-17815697E157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0F9A42A8-3841-3146-CBEE-7B8C13BF244B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05AAAF3-83F3-8194-A9CD-D3328EBE3036}"/>
              </a:ext>
            </a:extLst>
          </p:cNvPr>
          <p:cNvSpPr txBox="1"/>
          <p:nvPr/>
        </p:nvSpPr>
        <p:spPr>
          <a:xfrm>
            <a:off x="-1089" y="26710"/>
            <a:ext cx="22365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童玩串場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下半場／龍團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20FFD4D9-420B-ADA3-DBAF-5D1D76D80E5B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E0D0B45D-B888-6061-53F9-A7E9CB0775C4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03102926-BB68-CDEB-2D55-EDD45AA14309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BD539BED-5D06-5335-3EE6-D328069D80A0}"/>
              </a:ext>
            </a:extLst>
          </p:cNvPr>
          <p:cNvSpPr/>
          <p:nvPr/>
        </p:nvSpPr>
        <p:spPr>
          <a:xfrm>
            <a:off x="5478621" y="442025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97A2B816-458D-64D3-DE7F-884A8AE6B357}"/>
              </a:ext>
            </a:extLst>
          </p:cNvPr>
          <p:cNvSpPr/>
          <p:nvPr/>
        </p:nvSpPr>
        <p:spPr>
          <a:xfrm>
            <a:off x="7393682" y="493169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CC53D07F-A883-C62D-C43F-CA381B185378}"/>
              </a:ext>
            </a:extLst>
          </p:cNvPr>
          <p:cNvSpPr/>
          <p:nvPr/>
        </p:nvSpPr>
        <p:spPr>
          <a:xfrm>
            <a:off x="6189615" y="44266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8AAB0EDA-B681-8FE5-A3C3-6D28004C938A}"/>
              </a:ext>
            </a:extLst>
          </p:cNvPr>
          <p:cNvSpPr/>
          <p:nvPr/>
        </p:nvSpPr>
        <p:spPr>
          <a:xfrm>
            <a:off x="6807470" y="46040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B9C42CA1-2DFA-1DCC-D0B6-4FDB7CF432C7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9DD0B2CD-1E81-3255-7132-2EADC1DE6B53}"/>
              </a:ext>
            </a:extLst>
          </p:cNvPr>
          <p:cNvSpPr/>
          <p:nvPr/>
        </p:nvSpPr>
        <p:spPr>
          <a:xfrm>
            <a:off x="7884994" y="541555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792328C8-53DE-5B60-6241-84D1C065E835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6528383D-491C-7CF6-9038-638963F0CB28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222AAD9C-D3D7-5221-1CB2-F0264388D27F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DA082D33-B3CC-B5EF-74A5-267F72AE8914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359989CD-E77E-0905-BE7E-4038417AB8A6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F18B1F80-DC8F-C7E2-A92F-4979F657FAD5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E13D1D22-89C1-1643-59D3-7F1699A3D40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C646288E-EB70-C8A1-802D-E9B2721D0728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DAACD4A5-A374-AC45-21B8-D0EB9DF7DE70}"/>
              </a:ext>
            </a:extLst>
          </p:cNvPr>
          <p:cNvSpPr/>
          <p:nvPr/>
        </p:nvSpPr>
        <p:spPr>
          <a:xfrm>
            <a:off x="4825140" y="461025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8E6E5BCF-525A-9A64-D542-933C3372C1F3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92CA015D-0D54-95E4-0FEE-B85F9F4C34EA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B29CCED7-D95D-FED3-1B55-FF8485D14559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303A4DE5-A24F-45ED-F1E2-6E00B8143C41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19C4AABF-3588-05F6-59A0-6C5C7DD2A80B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4EAEA20E-BA38-E2B2-C12E-EC9327F9B75C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A0AFB64E-9C41-620F-79A8-03BA7DE8565C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22AF68DC-BB94-DEA0-125F-47E284FC48E4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8F22272C-FFED-B1FD-4FDC-9DB574B5968E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04DC069A-D67B-0D7E-F650-B454CB3572C3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1DA3334A-DC2E-1DD2-0F7F-67AACC25FF48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B47FACCB-6E75-F9B8-E780-5BB673D9E7EF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779CC89C-5B02-2244-5856-D6E7EA5E974C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8F4611A1-C974-C1E4-BD9F-33FF8E91009A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F2FC3223-2C29-2685-A2FE-7FF6107779F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18121203-EF81-7D18-7582-218EF82E90C0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43F7B4EA-650A-8B79-D06C-18816F93FC47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112F9E49-8061-CB26-C7C4-E95A6F82A57B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DE9E6DD5-8F46-C4AF-B44C-CB24A06EF0F3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540A9B26-365D-780F-4BC3-0C6FD30E60A8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D233533E-8588-F4AF-7AA1-E438832AD689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52014747-C0F1-8760-6B1D-5A3DF6FFFB07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D1266200-8E23-EAEF-9C26-1718082885E8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34B0D34D-FBB3-5450-563D-CEC163D2BAAC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FE241CAB-C492-D4BD-6FCF-94CA216EF27B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942E5D4D-7873-7C18-06F8-EBB966E3BAD5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59F127A5-20DB-7B60-25F9-5A733E05B379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DEE428B9-9289-631C-DAA9-7315266BF26D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2588C4F7-9A13-5202-0924-89C91C8E5228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137988EF-1B11-7E02-359C-388D3637843E}"/>
              </a:ext>
            </a:extLst>
          </p:cNvPr>
          <p:cNvSpPr/>
          <p:nvPr/>
        </p:nvSpPr>
        <p:spPr>
          <a:xfrm>
            <a:off x="4218007" y="49819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056E63E7-E922-3048-4694-8866A4838407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02FB5B61-B2DB-995B-EF81-0302A209C660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8F0B85F9-BA64-FC70-33AC-E950C878D06E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64655532-55CB-2828-1A34-302D9C323F8B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EA1D49E9-0B93-0847-395A-22FE3E197874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7452EFEA-52F8-88C1-7693-B15266217D65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7CC4AC88-2583-2777-98F3-3937DDEB824C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BFA302E7-9570-9CA9-21D9-1A6323804BFF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4C373495-045A-D96B-50F1-19E80EEC9A2B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5A6BC515-7ACF-8D32-9C2F-DBF42729D1F5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CED0DA80-071C-1ECF-2602-7B41B2DFC54F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6BBDD428-5137-5164-0BA9-E11718207100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367270B9-AEEA-1A1F-8F1D-FF38F96F668C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DBB1C73-7771-D315-AEE6-40D938FD6DFB}"/>
              </a:ext>
            </a:extLst>
          </p:cNvPr>
          <p:cNvSpPr txBox="1"/>
          <p:nvPr/>
        </p:nvSpPr>
        <p:spPr>
          <a:xfrm>
            <a:off x="4154676" y="6192972"/>
            <a:ext cx="22653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0070C0"/>
                </a:solidFill>
                <a:latin typeface="Topedia Sans TW Beta" pitchFamily="2" charset="-120"/>
                <a:ea typeface="Topedia Sans TW Beta" pitchFamily="2" charset="-120"/>
              </a:rPr>
              <a:t>P1 – Cl. </a:t>
            </a:r>
            <a:r>
              <a:rPr lang="zh-TW" altLang="en-US" sz="1400" dirty="0">
                <a:solidFill>
                  <a:srgbClr val="0070C0"/>
                </a:solidFill>
                <a:latin typeface="Topedia Sans TW Beta" pitchFamily="2" charset="-120"/>
                <a:ea typeface="Topedia Sans TW Beta" pitchFamily="2" charset="-120"/>
              </a:rPr>
              <a:t>黃冠程、黃宥穎、</a:t>
            </a:r>
            <a:endParaRPr lang="en-US" altLang="zh-TW" sz="1400" dirty="0">
              <a:solidFill>
                <a:srgbClr val="0070C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1400" dirty="0">
                <a:solidFill>
                  <a:srgbClr val="0070C0"/>
                </a:solidFill>
                <a:latin typeface="Topedia Sans TW Beta" pitchFamily="2" charset="-120"/>
                <a:ea typeface="Topedia Sans TW Beta" pitchFamily="2" charset="-120"/>
              </a:rPr>
              <a:t>蔡東桓、蔡景紘、洪子晴</a:t>
            </a: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31AA5C0B-9BE1-CAF2-8B1F-CA4B6F37D759}"/>
              </a:ext>
            </a:extLst>
          </p:cNvPr>
          <p:cNvSpPr txBox="1"/>
          <p:nvPr/>
        </p:nvSpPr>
        <p:spPr>
          <a:xfrm>
            <a:off x="6337956" y="5645212"/>
            <a:ext cx="1649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P2 – Fl. </a:t>
            </a:r>
            <a:r>
              <a:rPr lang="zh-TW" altLang="en-US" sz="1400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許展語</a:t>
            </a:r>
            <a:endParaRPr lang="en-US" altLang="zh-TW" sz="1400" dirty="0">
              <a:solidFill>
                <a:schemeClr val="accent6">
                  <a:lumMod val="75000"/>
                </a:schemeClr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Sax. </a:t>
            </a:r>
            <a:r>
              <a:rPr lang="zh-TW" altLang="en-US" sz="1400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楊恂、邵康揚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D8BC1A9-C9FE-0450-43B2-7ABED868326C}"/>
              </a:ext>
            </a:extLst>
          </p:cNvPr>
          <p:cNvSpPr txBox="1"/>
          <p:nvPr/>
        </p:nvSpPr>
        <p:spPr>
          <a:xfrm>
            <a:off x="10432131" y="6229578"/>
            <a:ext cx="17924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P3 –</a:t>
            </a:r>
            <a:r>
              <a:rPr lang="zh-TW" altLang="en-US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Tuba </a:t>
            </a:r>
            <a:r>
              <a:rPr lang="zh-TW" altLang="en-US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莊才昇</a:t>
            </a:r>
            <a:endParaRPr lang="en-US" altLang="zh-TW" sz="1400" dirty="0">
              <a:solidFill>
                <a:srgbClr val="7030A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Double Bass </a:t>
            </a:r>
            <a:r>
              <a:rPr lang="zh-TW" altLang="en-US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孫敬棠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D46A91F3-35EA-FFF2-0442-1ADAD1DEE8E5}"/>
              </a:ext>
            </a:extLst>
          </p:cNvPr>
          <p:cNvSpPr txBox="1"/>
          <p:nvPr/>
        </p:nvSpPr>
        <p:spPr>
          <a:xfrm>
            <a:off x="4641282" y="1665528"/>
            <a:ext cx="14205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CC0066"/>
                </a:solidFill>
                <a:latin typeface="Topedia Sans TW Beta" pitchFamily="2" charset="-120"/>
                <a:ea typeface="Topedia Sans TW Beta" pitchFamily="2" charset="-120"/>
              </a:rPr>
              <a:t>P4 – Tp. </a:t>
            </a:r>
            <a:r>
              <a:rPr lang="zh-TW" altLang="en-US" sz="1400" dirty="0">
                <a:solidFill>
                  <a:srgbClr val="CC0066"/>
                </a:solidFill>
                <a:latin typeface="Topedia Sans TW Beta" pitchFamily="2" charset="-120"/>
                <a:ea typeface="Topedia Sans TW Beta" pitchFamily="2" charset="-120"/>
              </a:rPr>
              <a:t>謝宗儒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2F0996D-1BF6-38D4-93B9-F68336FE6A15}"/>
              </a:ext>
            </a:extLst>
          </p:cNvPr>
          <p:cNvSpPr txBox="1"/>
          <p:nvPr/>
        </p:nvSpPr>
        <p:spPr>
          <a:xfrm>
            <a:off x="8870530" y="2522875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Topedia Sans TW Beta" pitchFamily="2" charset="-120"/>
                <a:ea typeface="Topedia Sans TW Beta" pitchFamily="2" charset="-120"/>
              </a:rPr>
              <a:t>P5 – Tbn. </a:t>
            </a:r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利柏曄、林岱威、</a:t>
            </a:r>
            <a:endParaRPr lang="en-US" altLang="zh-TW" sz="14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陳信樂、劉順成、蘇毓仁、謝麒諺　</a:t>
            </a: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51D0E772-B0FD-C1FB-5718-30CB86208CD1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9189B101-DD1E-6A50-3EFE-B331DC7E0A81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26085062-32BE-451B-DAB3-AB3BF2D7B94C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61318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817C1-AE76-8AAA-B3FF-63D187F0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73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2250DEF-0DBF-49F2-89F8-8609734F3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8348" y="37038"/>
            <a:ext cx="12199961" cy="6113417"/>
          </a:xfrm>
          <a:prstGeom prst="rect">
            <a:avLst/>
          </a:prstGeom>
          <a:solidFill>
            <a:srgbClr val="000000">
              <a:alpha val="21961"/>
            </a:srgbClr>
          </a:solidFill>
        </p:spPr>
      </p:pic>
      <p:sp>
        <p:nvSpPr>
          <p:cNvPr id="303" name="手繪多邊形: 圖案 302">
            <a:extLst>
              <a:ext uri="{FF2B5EF4-FFF2-40B4-BE49-F238E27FC236}">
                <a16:creationId xmlns:a16="http://schemas.microsoft.com/office/drawing/2014/main" id="{28C0E500-22FA-45E3-8452-16CF030959BA}"/>
              </a:ext>
            </a:extLst>
          </p:cNvPr>
          <p:cNvSpPr/>
          <p:nvPr/>
        </p:nvSpPr>
        <p:spPr>
          <a:xfrm>
            <a:off x="3876341" y="319497"/>
            <a:ext cx="4588153" cy="1734951"/>
          </a:xfrm>
          <a:custGeom>
            <a:avLst/>
            <a:gdLst>
              <a:gd name="connsiteX0" fmla="*/ 2252252 w 4588153"/>
              <a:gd name="connsiteY0" fmla="*/ 0 h 1734951"/>
              <a:gd name="connsiteX1" fmla="*/ 4588153 w 4588153"/>
              <a:gd name="connsiteY1" fmla="*/ 794855 h 1734951"/>
              <a:gd name="connsiteX2" fmla="*/ 4068686 w 4588153"/>
              <a:gd name="connsiteY2" fmla="*/ 1732232 h 1734951"/>
              <a:gd name="connsiteX3" fmla="*/ 3974630 w 4588153"/>
              <a:gd name="connsiteY3" fmla="*/ 1677776 h 1734951"/>
              <a:gd name="connsiteX4" fmla="*/ 2283927 w 4588153"/>
              <a:gd name="connsiteY4" fmla="*/ 1260594 h 1734951"/>
              <a:gd name="connsiteX5" fmla="*/ 593224 w 4588153"/>
              <a:gd name="connsiteY5" fmla="*/ 1677776 h 1734951"/>
              <a:gd name="connsiteX6" fmla="*/ 494472 w 4588153"/>
              <a:gd name="connsiteY6" fmla="*/ 1734951 h 1734951"/>
              <a:gd name="connsiteX7" fmla="*/ 0 w 4588153"/>
              <a:gd name="connsiteY7" fmla="*/ 842679 h 1734951"/>
              <a:gd name="connsiteX8" fmla="*/ 2252252 w 4588153"/>
              <a:gd name="connsiteY8" fmla="*/ 0 h 1734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8153" h="1734951">
                <a:moveTo>
                  <a:pt x="2252252" y="0"/>
                </a:moveTo>
                <a:lnTo>
                  <a:pt x="4588153" y="794855"/>
                </a:lnTo>
                <a:lnTo>
                  <a:pt x="4068686" y="1732232"/>
                </a:lnTo>
                <a:lnTo>
                  <a:pt x="3974630" y="1677776"/>
                </a:lnTo>
                <a:cubicBezTo>
                  <a:pt x="3469760" y="1411393"/>
                  <a:pt x="2894454" y="1260594"/>
                  <a:pt x="2283927" y="1260594"/>
                </a:cubicBezTo>
                <a:cubicBezTo>
                  <a:pt x="1673400" y="1260594"/>
                  <a:pt x="1098094" y="1411393"/>
                  <a:pt x="593224" y="1677776"/>
                </a:cubicBezTo>
                <a:lnTo>
                  <a:pt x="494472" y="1734951"/>
                </a:lnTo>
                <a:lnTo>
                  <a:pt x="0" y="842679"/>
                </a:lnTo>
                <a:lnTo>
                  <a:pt x="2252252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4" name="手繪多邊形: 圖案 303">
            <a:extLst>
              <a:ext uri="{FF2B5EF4-FFF2-40B4-BE49-F238E27FC236}">
                <a16:creationId xmlns:a16="http://schemas.microsoft.com/office/drawing/2014/main" id="{ACD3B543-B1C8-4FA9-B783-6E8E3615D2EB}"/>
              </a:ext>
            </a:extLst>
          </p:cNvPr>
          <p:cNvSpPr/>
          <p:nvPr/>
        </p:nvSpPr>
        <p:spPr>
          <a:xfrm>
            <a:off x="7945027" y="1114352"/>
            <a:ext cx="1899160" cy="3098275"/>
          </a:xfrm>
          <a:custGeom>
            <a:avLst/>
            <a:gdLst>
              <a:gd name="connsiteX0" fmla="*/ 519467 w 1899160"/>
              <a:gd name="connsiteY0" fmla="*/ 0 h 3098275"/>
              <a:gd name="connsiteX1" fmla="*/ 926766 w 1899160"/>
              <a:gd name="connsiteY1" fmla="*/ 138595 h 3098275"/>
              <a:gd name="connsiteX2" fmla="*/ 1899160 w 1899160"/>
              <a:gd name="connsiteY2" fmla="*/ 3010017 h 3098275"/>
              <a:gd name="connsiteX3" fmla="*/ 1703940 w 1899160"/>
              <a:gd name="connsiteY3" fmla="*/ 3098275 h 3098275"/>
              <a:gd name="connsiteX4" fmla="*/ 1680293 w 1899160"/>
              <a:gd name="connsiteY4" fmla="*/ 3015000 h 3098275"/>
              <a:gd name="connsiteX5" fmla="*/ 152346 w 1899160"/>
              <a:gd name="connsiteY5" fmla="*/ 1025581 h 3098275"/>
              <a:gd name="connsiteX6" fmla="*/ 0 w 1899160"/>
              <a:gd name="connsiteY6" fmla="*/ 937377 h 3098275"/>
              <a:gd name="connsiteX7" fmla="*/ 519467 w 1899160"/>
              <a:gd name="connsiteY7" fmla="*/ 0 h 3098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99160" h="3098275">
                <a:moveTo>
                  <a:pt x="519467" y="0"/>
                </a:moveTo>
                <a:lnTo>
                  <a:pt x="926766" y="138595"/>
                </a:lnTo>
                <a:lnTo>
                  <a:pt x="1899160" y="3010017"/>
                </a:lnTo>
                <a:lnTo>
                  <a:pt x="1703940" y="3098275"/>
                </a:lnTo>
                <a:lnTo>
                  <a:pt x="1680293" y="3015000"/>
                </a:lnTo>
                <a:cubicBezTo>
                  <a:pt x="1421899" y="2184237"/>
                  <a:pt x="872966" y="1481480"/>
                  <a:pt x="152346" y="1025581"/>
                </a:cubicBezTo>
                <a:lnTo>
                  <a:pt x="0" y="937377"/>
                </a:lnTo>
                <a:lnTo>
                  <a:pt x="51946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5" name="手繪多邊形: 圖案 304">
            <a:extLst>
              <a:ext uri="{FF2B5EF4-FFF2-40B4-BE49-F238E27FC236}">
                <a16:creationId xmlns:a16="http://schemas.microsoft.com/office/drawing/2014/main" id="{2010C796-86C3-4C57-9A2A-83362EC1F67A}"/>
              </a:ext>
            </a:extLst>
          </p:cNvPr>
          <p:cNvSpPr/>
          <p:nvPr/>
        </p:nvSpPr>
        <p:spPr>
          <a:xfrm>
            <a:off x="2430606" y="1162176"/>
            <a:ext cx="1940207" cy="3072292"/>
          </a:xfrm>
          <a:custGeom>
            <a:avLst/>
            <a:gdLst>
              <a:gd name="connsiteX0" fmla="*/ 1445735 w 1940207"/>
              <a:gd name="connsiteY0" fmla="*/ 0 h 3072292"/>
              <a:gd name="connsiteX1" fmla="*/ 1940207 w 1940207"/>
              <a:gd name="connsiteY1" fmla="*/ 892272 h 3072292"/>
              <a:gd name="connsiteX2" fmla="*/ 1792557 w 1940207"/>
              <a:gd name="connsiteY2" fmla="*/ 977757 h 3072292"/>
              <a:gd name="connsiteX3" fmla="*/ 264610 w 1940207"/>
              <a:gd name="connsiteY3" fmla="*/ 2967176 h 3072292"/>
              <a:gd name="connsiteX4" fmla="*/ 234761 w 1940207"/>
              <a:gd name="connsiteY4" fmla="*/ 3072292 h 3072292"/>
              <a:gd name="connsiteX5" fmla="*/ 0 w 1940207"/>
              <a:gd name="connsiteY5" fmla="*/ 2966158 h 3072292"/>
              <a:gd name="connsiteX6" fmla="*/ 897637 w 1940207"/>
              <a:gd name="connsiteY6" fmla="*/ 205071 h 3072292"/>
              <a:gd name="connsiteX7" fmla="*/ 1445735 w 1940207"/>
              <a:gd name="connsiteY7" fmla="*/ 0 h 3072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40207" h="3072292">
                <a:moveTo>
                  <a:pt x="1445735" y="0"/>
                </a:moveTo>
                <a:lnTo>
                  <a:pt x="1940207" y="892272"/>
                </a:lnTo>
                <a:lnTo>
                  <a:pt x="1792557" y="977757"/>
                </a:lnTo>
                <a:cubicBezTo>
                  <a:pt x="1071937" y="1433656"/>
                  <a:pt x="523005" y="2136413"/>
                  <a:pt x="264610" y="2967176"/>
                </a:cubicBezTo>
                <a:lnTo>
                  <a:pt x="234761" y="3072292"/>
                </a:lnTo>
                <a:lnTo>
                  <a:pt x="0" y="2966158"/>
                </a:lnTo>
                <a:lnTo>
                  <a:pt x="897637" y="205071"/>
                </a:lnTo>
                <a:lnTo>
                  <a:pt x="144573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6" name="手繪多邊形: 圖案 305">
            <a:extLst>
              <a:ext uri="{FF2B5EF4-FFF2-40B4-BE49-F238E27FC236}">
                <a16:creationId xmlns:a16="http://schemas.microsoft.com/office/drawing/2014/main" id="{A1D7150C-0256-4A55-9767-CD6050695425}"/>
              </a:ext>
            </a:extLst>
          </p:cNvPr>
          <p:cNvSpPr/>
          <p:nvPr/>
        </p:nvSpPr>
        <p:spPr>
          <a:xfrm>
            <a:off x="4370813" y="1580091"/>
            <a:ext cx="3574214" cy="1079553"/>
          </a:xfrm>
          <a:custGeom>
            <a:avLst/>
            <a:gdLst>
              <a:gd name="connsiteX0" fmla="*/ 1789455 w 3574214"/>
              <a:gd name="connsiteY0" fmla="*/ 0 h 1079553"/>
              <a:gd name="connsiteX1" fmla="*/ 1789553 w 3574214"/>
              <a:gd name="connsiteY1" fmla="*/ 3 h 1079553"/>
              <a:gd name="connsiteX2" fmla="*/ 2061712 w 3574214"/>
              <a:gd name="connsiteY2" fmla="*/ 11175 h 1079553"/>
              <a:gd name="connsiteX3" fmla="*/ 2141364 w 3574214"/>
              <a:gd name="connsiteY3" fmla="*/ 18561 h 1079553"/>
              <a:gd name="connsiteX4" fmla="*/ 2338142 w 3574214"/>
              <a:gd name="connsiteY4" fmla="*/ 42921 h 1079553"/>
              <a:gd name="connsiteX5" fmla="*/ 2415998 w 3574214"/>
              <a:gd name="connsiteY5" fmla="*/ 54999 h 1079553"/>
              <a:gd name="connsiteX6" fmla="*/ 2674335 w 3574214"/>
              <a:gd name="connsiteY6" fmla="*/ 108677 h 1079553"/>
              <a:gd name="connsiteX7" fmla="*/ 2674428 w 3574214"/>
              <a:gd name="connsiteY7" fmla="*/ 108697 h 1079553"/>
              <a:gd name="connsiteX8" fmla="*/ 2674520 w 3574214"/>
              <a:gd name="connsiteY8" fmla="*/ 108723 h 1079553"/>
              <a:gd name="connsiteX9" fmla="*/ 2925437 w 3574214"/>
              <a:gd name="connsiteY9" fmla="*/ 182493 h 1079553"/>
              <a:gd name="connsiteX10" fmla="*/ 2998290 w 3574214"/>
              <a:gd name="connsiteY10" fmla="*/ 207960 h 1079553"/>
              <a:gd name="connsiteX11" fmla="*/ 3177470 w 3574214"/>
              <a:gd name="connsiteY11" fmla="*/ 276696 h 1079553"/>
              <a:gd name="connsiteX12" fmla="*/ 3248014 w 3574214"/>
              <a:gd name="connsiteY12" fmla="*/ 306212 h 1079553"/>
              <a:gd name="connsiteX13" fmla="*/ 3480077 w 3574214"/>
              <a:gd name="connsiteY13" fmla="*/ 417142 h 1079553"/>
              <a:gd name="connsiteX14" fmla="*/ 3480158 w 3574214"/>
              <a:gd name="connsiteY14" fmla="*/ 417182 h 1079553"/>
              <a:gd name="connsiteX15" fmla="*/ 3574214 w 3574214"/>
              <a:gd name="connsiteY15" fmla="*/ 471638 h 1079553"/>
              <a:gd name="connsiteX16" fmla="*/ 3237324 w 3574214"/>
              <a:gd name="connsiteY16" fmla="*/ 1079553 h 1079553"/>
              <a:gd name="connsiteX17" fmla="*/ 3141604 w 3574214"/>
              <a:gd name="connsiteY17" fmla="*/ 1024134 h 1079553"/>
              <a:gd name="connsiteX18" fmla="*/ 1771020 w 3574214"/>
              <a:gd name="connsiteY18" fmla="*/ 685941 h 1079553"/>
              <a:gd name="connsiteX19" fmla="*/ 400436 w 3574214"/>
              <a:gd name="connsiteY19" fmla="*/ 1024134 h 1079553"/>
              <a:gd name="connsiteX20" fmla="*/ 327934 w 3574214"/>
              <a:gd name="connsiteY20" fmla="*/ 1066111 h 1079553"/>
              <a:gd name="connsiteX21" fmla="*/ 0 w 3574214"/>
              <a:gd name="connsiteY21" fmla="*/ 474357 h 1079553"/>
              <a:gd name="connsiteX22" fmla="*/ 98752 w 3574214"/>
              <a:gd name="connsiteY22" fmla="*/ 417182 h 1079553"/>
              <a:gd name="connsiteX23" fmla="*/ 98834 w 3574214"/>
              <a:gd name="connsiteY23" fmla="*/ 417142 h 1079553"/>
              <a:gd name="connsiteX24" fmla="*/ 330897 w 3574214"/>
              <a:gd name="connsiteY24" fmla="*/ 306212 h 1079553"/>
              <a:gd name="connsiteX25" fmla="*/ 401441 w 3574214"/>
              <a:gd name="connsiteY25" fmla="*/ 276696 h 1079553"/>
              <a:gd name="connsiteX26" fmla="*/ 580620 w 3574214"/>
              <a:gd name="connsiteY26" fmla="*/ 207960 h 1079553"/>
              <a:gd name="connsiteX27" fmla="*/ 653474 w 3574214"/>
              <a:gd name="connsiteY27" fmla="*/ 182493 h 1079553"/>
              <a:gd name="connsiteX28" fmla="*/ 904390 w 3574214"/>
              <a:gd name="connsiteY28" fmla="*/ 108723 h 1079553"/>
              <a:gd name="connsiteX29" fmla="*/ 904482 w 3574214"/>
              <a:gd name="connsiteY29" fmla="*/ 108697 h 1079553"/>
              <a:gd name="connsiteX30" fmla="*/ 904576 w 3574214"/>
              <a:gd name="connsiteY30" fmla="*/ 108677 h 1079553"/>
              <a:gd name="connsiteX31" fmla="*/ 1162913 w 3574214"/>
              <a:gd name="connsiteY31" fmla="*/ 54999 h 1079553"/>
              <a:gd name="connsiteX32" fmla="*/ 1240768 w 3574214"/>
              <a:gd name="connsiteY32" fmla="*/ 42921 h 1079553"/>
              <a:gd name="connsiteX33" fmla="*/ 1437547 w 3574214"/>
              <a:gd name="connsiteY33" fmla="*/ 18561 h 1079553"/>
              <a:gd name="connsiteX34" fmla="*/ 1517198 w 3574214"/>
              <a:gd name="connsiteY34" fmla="*/ 11175 h 1079553"/>
              <a:gd name="connsiteX35" fmla="*/ 1789358 w 3574214"/>
              <a:gd name="connsiteY35" fmla="*/ 3 h 1079553"/>
              <a:gd name="connsiteX36" fmla="*/ 1789455 w 3574214"/>
              <a:gd name="connsiteY36" fmla="*/ 0 h 1079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574214" h="1079553">
                <a:moveTo>
                  <a:pt x="1789455" y="0"/>
                </a:moveTo>
                <a:lnTo>
                  <a:pt x="1789553" y="3"/>
                </a:lnTo>
                <a:lnTo>
                  <a:pt x="2061712" y="11175"/>
                </a:lnTo>
                <a:lnTo>
                  <a:pt x="2141364" y="18561"/>
                </a:lnTo>
                <a:lnTo>
                  <a:pt x="2338142" y="42921"/>
                </a:lnTo>
                <a:lnTo>
                  <a:pt x="2415998" y="54999"/>
                </a:lnTo>
                <a:lnTo>
                  <a:pt x="2674335" y="108677"/>
                </a:lnTo>
                <a:lnTo>
                  <a:pt x="2674428" y="108697"/>
                </a:lnTo>
                <a:lnTo>
                  <a:pt x="2674520" y="108723"/>
                </a:lnTo>
                <a:lnTo>
                  <a:pt x="2925437" y="182493"/>
                </a:lnTo>
                <a:lnTo>
                  <a:pt x="2998290" y="207960"/>
                </a:lnTo>
                <a:lnTo>
                  <a:pt x="3177470" y="276696"/>
                </a:lnTo>
                <a:lnTo>
                  <a:pt x="3248014" y="306212"/>
                </a:lnTo>
                <a:lnTo>
                  <a:pt x="3480077" y="417142"/>
                </a:lnTo>
                <a:lnTo>
                  <a:pt x="3480158" y="417182"/>
                </a:lnTo>
                <a:lnTo>
                  <a:pt x="3574214" y="471638"/>
                </a:lnTo>
                <a:lnTo>
                  <a:pt x="3237324" y="1079553"/>
                </a:lnTo>
                <a:lnTo>
                  <a:pt x="3141604" y="1024134"/>
                </a:lnTo>
                <a:cubicBezTo>
                  <a:pt x="2732327" y="808188"/>
                  <a:pt x="2265950" y="685941"/>
                  <a:pt x="1771020" y="685941"/>
                </a:cubicBezTo>
                <a:cubicBezTo>
                  <a:pt x="1276091" y="685941"/>
                  <a:pt x="809713" y="808188"/>
                  <a:pt x="400436" y="1024134"/>
                </a:cubicBezTo>
                <a:lnTo>
                  <a:pt x="327934" y="1066111"/>
                </a:lnTo>
                <a:lnTo>
                  <a:pt x="0" y="474357"/>
                </a:lnTo>
                <a:lnTo>
                  <a:pt x="98752" y="417182"/>
                </a:lnTo>
                <a:lnTo>
                  <a:pt x="98834" y="417142"/>
                </a:lnTo>
                <a:lnTo>
                  <a:pt x="330897" y="306212"/>
                </a:lnTo>
                <a:lnTo>
                  <a:pt x="401441" y="276696"/>
                </a:lnTo>
                <a:lnTo>
                  <a:pt x="580620" y="207960"/>
                </a:lnTo>
                <a:lnTo>
                  <a:pt x="653474" y="182493"/>
                </a:lnTo>
                <a:lnTo>
                  <a:pt x="904390" y="108723"/>
                </a:lnTo>
                <a:lnTo>
                  <a:pt x="904482" y="108697"/>
                </a:lnTo>
                <a:lnTo>
                  <a:pt x="904576" y="108677"/>
                </a:lnTo>
                <a:lnTo>
                  <a:pt x="1162913" y="54999"/>
                </a:lnTo>
                <a:lnTo>
                  <a:pt x="1240768" y="42921"/>
                </a:lnTo>
                <a:lnTo>
                  <a:pt x="1437547" y="18561"/>
                </a:lnTo>
                <a:lnTo>
                  <a:pt x="1517198" y="11175"/>
                </a:lnTo>
                <a:lnTo>
                  <a:pt x="1789358" y="3"/>
                </a:lnTo>
                <a:lnTo>
                  <a:pt x="178945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7" name="手繪多邊形: 圖案 306">
            <a:extLst>
              <a:ext uri="{FF2B5EF4-FFF2-40B4-BE49-F238E27FC236}">
                <a16:creationId xmlns:a16="http://schemas.microsoft.com/office/drawing/2014/main" id="{50524AC6-5CE7-4A67-A22D-34D6EAE63FA6}"/>
              </a:ext>
            </a:extLst>
          </p:cNvPr>
          <p:cNvSpPr/>
          <p:nvPr/>
        </p:nvSpPr>
        <p:spPr>
          <a:xfrm>
            <a:off x="5888011" y="1580094"/>
            <a:ext cx="272160" cy="11172"/>
          </a:xfrm>
          <a:custGeom>
            <a:avLst/>
            <a:gdLst>
              <a:gd name="connsiteX0" fmla="*/ 272160 w 272160"/>
              <a:gd name="connsiteY0" fmla="*/ 0 h 11172"/>
              <a:gd name="connsiteX1" fmla="*/ 0 w 272160"/>
              <a:gd name="connsiteY1" fmla="*/ 11172 h 11172"/>
              <a:gd name="connsiteX2" fmla="*/ 45029 w 272160"/>
              <a:gd name="connsiteY2" fmla="*/ 6997 h 11172"/>
              <a:gd name="connsiteX3" fmla="*/ 272160 w 272160"/>
              <a:gd name="connsiteY3" fmla="*/ 0 h 11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2160" h="11172">
                <a:moveTo>
                  <a:pt x="272160" y="0"/>
                </a:moveTo>
                <a:lnTo>
                  <a:pt x="0" y="11172"/>
                </a:lnTo>
                <a:lnTo>
                  <a:pt x="45029" y="6997"/>
                </a:lnTo>
                <a:lnTo>
                  <a:pt x="27216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8" name="手繪多邊形: 圖案 307">
            <a:extLst>
              <a:ext uri="{FF2B5EF4-FFF2-40B4-BE49-F238E27FC236}">
                <a16:creationId xmlns:a16="http://schemas.microsoft.com/office/drawing/2014/main" id="{34C53AF2-5201-4989-B8C2-A8D5DE66A507}"/>
              </a:ext>
            </a:extLst>
          </p:cNvPr>
          <p:cNvSpPr/>
          <p:nvPr/>
        </p:nvSpPr>
        <p:spPr>
          <a:xfrm>
            <a:off x="6160367" y="1580094"/>
            <a:ext cx="272159" cy="11172"/>
          </a:xfrm>
          <a:custGeom>
            <a:avLst/>
            <a:gdLst>
              <a:gd name="connsiteX0" fmla="*/ 0 w 272159"/>
              <a:gd name="connsiteY0" fmla="*/ 0 h 11172"/>
              <a:gd name="connsiteX1" fmla="*/ 227130 w 272159"/>
              <a:gd name="connsiteY1" fmla="*/ 6997 h 11172"/>
              <a:gd name="connsiteX2" fmla="*/ 272159 w 272159"/>
              <a:gd name="connsiteY2" fmla="*/ 11172 h 11172"/>
              <a:gd name="connsiteX3" fmla="*/ 0 w 272159"/>
              <a:gd name="connsiteY3" fmla="*/ 0 h 11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2159" h="11172">
                <a:moveTo>
                  <a:pt x="0" y="0"/>
                </a:moveTo>
                <a:lnTo>
                  <a:pt x="227130" y="6997"/>
                </a:lnTo>
                <a:lnTo>
                  <a:pt x="272159" y="111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9" name="手繪多邊形: 圖案 308">
            <a:extLst>
              <a:ext uri="{FF2B5EF4-FFF2-40B4-BE49-F238E27FC236}">
                <a16:creationId xmlns:a16="http://schemas.microsoft.com/office/drawing/2014/main" id="{6346E5F3-4C66-4452-AF3C-6186F390E20C}"/>
              </a:ext>
            </a:extLst>
          </p:cNvPr>
          <p:cNvSpPr/>
          <p:nvPr/>
        </p:nvSpPr>
        <p:spPr>
          <a:xfrm>
            <a:off x="5808361" y="1591266"/>
            <a:ext cx="79651" cy="7386"/>
          </a:xfrm>
          <a:custGeom>
            <a:avLst/>
            <a:gdLst>
              <a:gd name="connsiteX0" fmla="*/ 79651 w 79651"/>
              <a:gd name="connsiteY0" fmla="*/ 0 h 7386"/>
              <a:gd name="connsiteX1" fmla="*/ 0 w 79651"/>
              <a:gd name="connsiteY1" fmla="*/ 7386 h 7386"/>
              <a:gd name="connsiteX2" fmla="*/ 49743 w 79651"/>
              <a:gd name="connsiteY2" fmla="*/ 1228 h 7386"/>
              <a:gd name="connsiteX3" fmla="*/ 79651 w 79651"/>
              <a:gd name="connsiteY3" fmla="*/ 0 h 7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651" h="7386">
                <a:moveTo>
                  <a:pt x="79651" y="0"/>
                </a:moveTo>
                <a:lnTo>
                  <a:pt x="0" y="7386"/>
                </a:lnTo>
                <a:lnTo>
                  <a:pt x="49743" y="1228"/>
                </a:lnTo>
                <a:lnTo>
                  <a:pt x="7965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0" name="手繪多邊形: 圖案 309">
            <a:extLst>
              <a:ext uri="{FF2B5EF4-FFF2-40B4-BE49-F238E27FC236}">
                <a16:creationId xmlns:a16="http://schemas.microsoft.com/office/drawing/2014/main" id="{FE357F13-6EF5-4C43-9A96-9F9036B6B6DA}"/>
              </a:ext>
            </a:extLst>
          </p:cNvPr>
          <p:cNvSpPr/>
          <p:nvPr/>
        </p:nvSpPr>
        <p:spPr>
          <a:xfrm>
            <a:off x="6432525" y="1591266"/>
            <a:ext cx="79652" cy="7386"/>
          </a:xfrm>
          <a:custGeom>
            <a:avLst/>
            <a:gdLst>
              <a:gd name="connsiteX0" fmla="*/ 0 w 79652"/>
              <a:gd name="connsiteY0" fmla="*/ 0 h 7386"/>
              <a:gd name="connsiteX1" fmla="*/ 29908 w 79652"/>
              <a:gd name="connsiteY1" fmla="*/ 1228 h 7386"/>
              <a:gd name="connsiteX2" fmla="*/ 79652 w 79652"/>
              <a:gd name="connsiteY2" fmla="*/ 7386 h 7386"/>
              <a:gd name="connsiteX3" fmla="*/ 0 w 79652"/>
              <a:gd name="connsiteY3" fmla="*/ 0 h 7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652" h="7386">
                <a:moveTo>
                  <a:pt x="0" y="0"/>
                </a:moveTo>
                <a:lnTo>
                  <a:pt x="29908" y="1228"/>
                </a:lnTo>
                <a:lnTo>
                  <a:pt x="79652" y="738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1" name="手繪多邊形: 圖案 310">
            <a:extLst>
              <a:ext uri="{FF2B5EF4-FFF2-40B4-BE49-F238E27FC236}">
                <a16:creationId xmlns:a16="http://schemas.microsoft.com/office/drawing/2014/main" id="{5073997A-97BC-4F6A-9A8B-5F80A2C27629}"/>
              </a:ext>
            </a:extLst>
          </p:cNvPr>
          <p:cNvSpPr/>
          <p:nvPr/>
        </p:nvSpPr>
        <p:spPr>
          <a:xfrm>
            <a:off x="5611582" y="1598652"/>
            <a:ext cx="196779" cy="24360"/>
          </a:xfrm>
          <a:custGeom>
            <a:avLst/>
            <a:gdLst>
              <a:gd name="connsiteX0" fmla="*/ 196779 w 196779"/>
              <a:gd name="connsiteY0" fmla="*/ 0 h 24360"/>
              <a:gd name="connsiteX1" fmla="*/ 0 w 196779"/>
              <a:gd name="connsiteY1" fmla="*/ 24360 h 24360"/>
              <a:gd name="connsiteX2" fmla="*/ 97946 w 196779"/>
              <a:gd name="connsiteY2" fmla="*/ 9164 h 24360"/>
              <a:gd name="connsiteX3" fmla="*/ 196779 w 196779"/>
              <a:gd name="connsiteY3" fmla="*/ 0 h 24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779" h="24360">
                <a:moveTo>
                  <a:pt x="196779" y="0"/>
                </a:moveTo>
                <a:lnTo>
                  <a:pt x="0" y="24360"/>
                </a:lnTo>
                <a:lnTo>
                  <a:pt x="97946" y="9164"/>
                </a:lnTo>
                <a:lnTo>
                  <a:pt x="19677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2" name="手繪多邊形: 圖案 311">
            <a:extLst>
              <a:ext uri="{FF2B5EF4-FFF2-40B4-BE49-F238E27FC236}">
                <a16:creationId xmlns:a16="http://schemas.microsoft.com/office/drawing/2014/main" id="{4666CBDE-64E3-478F-A7CC-FFBDB67880A8}"/>
              </a:ext>
            </a:extLst>
          </p:cNvPr>
          <p:cNvSpPr/>
          <p:nvPr/>
        </p:nvSpPr>
        <p:spPr>
          <a:xfrm>
            <a:off x="6512177" y="1598652"/>
            <a:ext cx="196778" cy="24360"/>
          </a:xfrm>
          <a:custGeom>
            <a:avLst/>
            <a:gdLst>
              <a:gd name="connsiteX0" fmla="*/ 0 w 196778"/>
              <a:gd name="connsiteY0" fmla="*/ 0 h 24360"/>
              <a:gd name="connsiteX1" fmla="*/ 98832 w 196778"/>
              <a:gd name="connsiteY1" fmla="*/ 9164 h 24360"/>
              <a:gd name="connsiteX2" fmla="*/ 196778 w 196778"/>
              <a:gd name="connsiteY2" fmla="*/ 24360 h 24360"/>
              <a:gd name="connsiteX3" fmla="*/ 0 w 196778"/>
              <a:gd name="connsiteY3" fmla="*/ 0 h 24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778" h="24360">
                <a:moveTo>
                  <a:pt x="0" y="0"/>
                </a:moveTo>
                <a:lnTo>
                  <a:pt x="98832" y="9164"/>
                </a:lnTo>
                <a:lnTo>
                  <a:pt x="196778" y="2436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3" name="手繪多邊形: 圖案 312">
            <a:extLst>
              <a:ext uri="{FF2B5EF4-FFF2-40B4-BE49-F238E27FC236}">
                <a16:creationId xmlns:a16="http://schemas.microsoft.com/office/drawing/2014/main" id="{3649511A-9DCE-4026-909F-868558AF264F}"/>
              </a:ext>
            </a:extLst>
          </p:cNvPr>
          <p:cNvSpPr/>
          <p:nvPr/>
        </p:nvSpPr>
        <p:spPr>
          <a:xfrm>
            <a:off x="5533727" y="1623012"/>
            <a:ext cx="77855" cy="12078"/>
          </a:xfrm>
          <a:custGeom>
            <a:avLst/>
            <a:gdLst>
              <a:gd name="connsiteX0" fmla="*/ 77855 w 77855"/>
              <a:gd name="connsiteY0" fmla="*/ 0 h 12078"/>
              <a:gd name="connsiteX1" fmla="*/ 0 w 77855"/>
              <a:gd name="connsiteY1" fmla="*/ 12078 h 12078"/>
              <a:gd name="connsiteX2" fmla="*/ 29060 w 77855"/>
              <a:gd name="connsiteY2" fmla="*/ 6040 h 12078"/>
              <a:gd name="connsiteX3" fmla="*/ 77855 w 77855"/>
              <a:gd name="connsiteY3" fmla="*/ 0 h 1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855" h="12078">
                <a:moveTo>
                  <a:pt x="77855" y="0"/>
                </a:moveTo>
                <a:lnTo>
                  <a:pt x="0" y="12078"/>
                </a:lnTo>
                <a:lnTo>
                  <a:pt x="29060" y="6040"/>
                </a:lnTo>
                <a:lnTo>
                  <a:pt x="7785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4" name="手繪多邊形: 圖案 313">
            <a:extLst>
              <a:ext uri="{FF2B5EF4-FFF2-40B4-BE49-F238E27FC236}">
                <a16:creationId xmlns:a16="http://schemas.microsoft.com/office/drawing/2014/main" id="{BD202133-B38F-4DDF-8DE1-7A61EAEBAE96}"/>
              </a:ext>
            </a:extLst>
          </p:cNvPr>
          <p:cNvSpPr/>
          <p:nvPr/>
        </p:nvSpPr>
        <p:spPr>
          <a:xfrm>
            <a:off x="6708955" y="1623012"/>
            <a:ext cx="77856" cy="12078"/>
          </a:xfrm>
          <a:custGeom>
            <a:avLst/>
            <a:gdLst>
              <a:gd name="connsiteX0" fmla="*/ 0 w 77856"/>
              <a:gd name="connsiteY0" fmla="*/ 0 h 12078"/>
              <a:gd name="connsiteX1" fmla="*/ 48795 w 77856"/>
              <a:gd name="connsiteY1" fmla="*/ 6040 h 12078"/>
              <a:gd name="connsiteX2" fmla="*/ 77856 w 77856"/>
              <a:gd name="connsiteY2" fmla="*/ 12078 h 12078"/>
              <a:gd name="connsiteX3" fmla="*/ 0 w 77856"/>
              <a:gd name="connsiteY3" fmla="*/ 0 h 1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856" h="12078">
                <a:moveTo>
                  <a:pt x="0" y="0"/>
                </a:moveTo>
                <a:lnTo>
                  <a:pt x="48795" y="6040"/>
                </a:lnTo>
                <a:lnTo>
                  <a:pt x="77856" y="1207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5" name="手繪多邊形: 圖案 314">
            <a:extLst>
              <a:ext uri="{FF2B5EF4-FFF2-40B4-BE49-F238E27FC236}">
                <a16:creationId xmlns:a16="http://schemas.microsoft.com/office/drawing/2014/main" id="{AB7B1B90-B700-476B-AF3C-3F2D45277587}"/>
              </a:ext>
            </a:extLst>
          </p:cNvPr>
          <p:cNvSpPr/>
          <p:nvPr/>
        </p:nvSpPr>
        <p:spPr>
          <a:xfrm>
            <a:off x="5275390" y="1635090"/>
            <a:ext cx="258337" cy="53678"/>
          </a:xfrm>
          <a:custGeom>
            <a:avLst/>
            <a:gdLst>
              <a:gd name="connsiteX0" fmla="*/ 258337 w 258337"/>
              <a:gd name="connsiteY0" fmla="*/ 0 h 53678"/>
              <a:gd name="connsiteX1" fmla="*/ 0 w 258337"/>
              <a:gd name="connsiteY1" fmla="*/ 53678 h 53678"/>
              <a:gd name="connsiteX2" fmla="*/ 214752 w 258337"/>
              <a:gd name="connsiteY2" fmla="*/ 6762 h 53678"/>
              <a:gd name="connsiteX3" fmla="*/ 258337 w 258337"/>
              <a:gd name="connsiteY3" fmla="*/ 0 h 53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337" h="53678">
                <a:moveTo>
                  <a:pt x="258337" y="0"/>
                </a:moveTo>
                <a:lnTo>
                  <a:pt x="0" y="53678"/>
                </a:lnTo>
                <a:lnTo>
                  <a:pt x="214752" y="6762"/>
                </a:lnTo>
                <a:lnTo>
                  <a:pt x="25833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6" name="手繪多邊形: 圖案 315">
            <a:extLst>
              <a:ext uri="{FF2B5EF4-FFF2-40B4-BE49-F238E27FC236}">
                <a16:creationId xmlns:a16="http://schemas.microsoft.com/office/drawing/2014/main" id="{5EB9805C-FB9F-40FF-B38B-ADADFEE67C44}"/>
              </a:ext>
            </a:extLst>
          </p:cNvPr>
          <p:cNvSpPr/>
          <p:nvPr/>
        </p:nvSpPr>
        <p:spPr>
          <a:xfrm>
            <a:off x="6786812" y="1635090"/>
            <a:ext cx="258337" cy="53678"/>
          </a:xfrm>
          <a:custGeom>
            <a:avLst/>
            <a:gdLst>
              <a:gd name="connsiteX0" fmla="*/ 0 w 258337"/>
              <a:gd name="connsiteY0" fmla="*/ 0 h 53678"/>
              <a:gd name="connsiteX1" fmla="*/ 43584 w 258337"/>
              <a:gd name="connsiteY1" fmla="*/ 6762 h 53678"/>
              <a:gd name="connsiteX2" fmla="*/ 258337 w 258337"/>
              <a:gd name="connsiteY2" fmla="*/ 53678 h 53678"/>
              <a:gd name="connsiteX3" fmla="*/ 0 w 258337"/>
              <a:gd name="connsiteY3" fmla="*/ 0 h 53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337" h="53678">
                <a:moveTo>
                  <a:pt x="0" y="0"/>
                </a:moveTo>
                <a:lnTo>
                  <a:pt x="43584" y="6762"/>
                </a:lnTo>
                <a:lnTo>
                  <a:pt x="258337" y="5367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7" name="手繪多邊形: 圖案 316">
            <a:extLst>
              <a:ext uri="{FF2B5EF4-FFF2-40B4-BE49-F238E27FC236}">
                <a16:creationId xmlns:a16="http://schemas.microsoft.com/office/drawing/2014/main" id="{DD68C90E-9B94-4333-A3E2-CAE6DCEA4F46}"/>
              </a:ext>
            </a:extLst>
          </p:cNvPr>
          <p:cNvSpPr/>
          <p:nvPr/>
        </p:nvSpPr>
        <p:spPr>
          <a:xfrm>
            <a:off x="5024287" y="1688814"/>
            <a:ext cx="250916" cy="73770"/>
          </a:xfrm>
          <a:custGeom>
            <a:avLst/>
            <a:gdLst>
              <a:gd name="connsiteX0" fmla="*/ 250916 w 250916"/>
              <a:gd name="connsiteY0" fmla="*/ 0 h 73770"/>
              <a:gd name="connsiteX1" fmla="*/ 0 w 250916"/>
              <a:gd name="connsiteY1" fmla="*/ 73770 h 73770"/>
              <a:gd name="connsiteX2" fmla="*/ 41115 w 250916"/>
              <a:gd name="connsiteY2" fmla="*/ 59397 h 73770"/>
              <a:gd name="connsiteX3" fmla="*/ 250916 w 250916"/>
              <a:gd name="connsiteY3" fmla="*/ 0 h 73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0916" h="73770">
                <a:moveTo>
                  <a:pt x="250916" y="0"/>
                </a:moveTo>
                <a:lnTo>
                  <a:pt x="0" y="73770"/>
                </a:lnTo>
                <a:lnTo>
                  <a:pt x="41115" y="59397"/>
                </a:lnTo>
                <a:lnTo>
                  <a:pt x="25091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8" name="手繪多邊形: 圖案 317">
            <a:extLst>
              <a:ext uri="{FF2B5EF4-FFF2-40B4-BE49-F238E27FC236}">
                <a16:creationId xmlns:a16="http://schemas.microsoft.com/office/drawing/2014/main" id="{ACE8F3B1-9CBF-4041-9174-48D9277E83D5}"/>
              </a:ext>
            </a:extLst>
          </p:cNvPr>
          <p:cNvSpPr/>
          <p:nvPr/>
        </p:nvSpPr>
        <p:spPr>
          <a:xfrm>
            <a:off x="7045334" y="1688814"/>
            <a:ext cx="250917" cy="73770"/>
          </a:xfrm>
          <a:custGeom>
            <a:avLst/>
            <a:gdLst>
              <a:gd name="connsiteX0" fmla="*/ 0 w 250917"/>
              <a:gd name="connsiteY0" fmla="*/ 0 h 73770"/>
              <a:gd name="connsiteX1" fmla="*/ 209801 w 250917"/>
              <a:gd name="connsiteY1" fmla="*/ 59397 h 73770"/>
              <a:gd name="connsiteX2" fmla="*/ 250917 w 250917"/>
              <a:gd name="connsiteY2" fmla="*/ 73770 h 73770"/>
              <a:gd name="connsiteX3" fmla="*/ 0 w 250917"/>
              <a:gd name="connsiteY3" fmla="*/ 0 h 73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0917" h="73770">
                <a:moveTo>
                  <a:pt x="0" y="0"/>
                </a:moveTo>
                <a:lnTo>
                  <a:pt x="209801" y="59397"/>
                </a:lnTo>
                <a:lnTo>
                  <a:pt x="250917" y="737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9" name="手繪多邊形: 圖案 318">
            <a:extLst>
              <a:ext uri="{FF2B5EF4-FFF2-40B4-BE49-F238E27FC236}">
                <a16:creationId xmlns:a16="http://schemas.microsoft.com/office/drawing/2014/main" id="{5D12EEDB-D729-49B1-B1F2-97BC6E637C07}"/>
              </a:ext>
            </a:extLst>
          </p:cNvPr>
          <p:cNvSpPr/>
          <p:nvPr/>
        </p:nvSpPr>
        <p:spPr>
          <a:xfrm>
            <a:off x="4951433" y="1762584"/>
            <a:ext cx="72854" cy="25467"/>
          </a:xfrm>
          <a:custGeom>
            <a:avLst/>
            <a:gdLst>
              <a:gd name="connsiteX0" fmla="*/ 72854 w 72854"/>
              <a:gd name="connsiteY0" fmla="*/ 0 h 25467"/>
              <a:gd name="connsiteX1" fmla="*/ 0 w 72854"/>
              <a:gd name="connsiteY1" fmla="*/ 25467 h 25467"/>
              <a:gd name="connsiteX2" fmla="*/ 45176 w 72854"/>
              <a:gd name="connsiteY2" fmla="*/ 8137 h 25467"/>
              <a:gd name="connsiteX3" fmla="*/ 72854 w 72854"/>
              <a:gd name="connsiteY3" fmla="*/ 0 h 25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54" h="25467">
                <a:moveTo>
                  <a:pt x="72854" y="0"/>
                </a:moveTo>
                <a:lnTo>
                  <a:pt x="0" y="25467"/>
                </a:lnTo>
                <a:lnTo>
                  <a:pt x="45176" y="8137"/>
                </a:lnTo>
                <a:lnTo>
                  <a:pt x="72854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0" name="手繪多邊形: 圖案 319">
            <a:extLst>
              <a:ext uri="{FF2B5EF4-FFF2-40B4-BE49-F238E27FC236}">
                <a16:creationId xmlns:a16="http://schemas.microsoft.com/office/drawing/2014/main" id="{5D5E8F8C-1313-4833-8408-DF9C04E7ECA7}"/>
              </a:ext>
            </a:extLst>
          </p:cNvPr>
          <p:cNvSpPr/>
          <p:nvPr/>
        </p:nvSpPr>
        <p:spPr>
          <a:xfrm>
            <a:off x="7296251" y="1762584"/>
            <a:ext cx="72853" cy="25467"/>
          </a:xfrm>
          <a:custGeom>
            <a:avLst/>
            <a:gdLst>
              <a:gd name="connsiteX0" fmla="*/ 0 w 72853"/>
              <a:gd name="connsiteY0" fmla="*/ 0 h 25467"/>
              <a:gd name="connsiteX1" fmla="*/ 27677 w 72853"/>
              <a:gd name="connsiteY1" fmla="*/ 8137 h 25467"/>
              <a:gd name="connsiteX2" fmla="*/ 72853 w 72853"/>
              <a:gd name="connsiteY2" fmla="*/ 25467 h 25467"/>
              <a:gd name="connsiteX3" fmla="*/ 0 w 72853"/>
              <a:gd name="connsiteY3" fmla="*/ 0 h 25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53" h="25467">
                <a:moveTo>
                  <a:pt x="0" y="0"/>
                </a:moveTo>
                <a:lnTo>
                  <a:pt x="27677" y="8137"/>
                </a:lnTo>
                <a:lnTo>
                  <a:pt x="72853" y="2546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1" name="手繪多邊形: 圖案 320">
            <a:extLst>
              <a:ext uri="{FF2B5EF4-FFF2-40B4-BE49-F238E27FC236}">
                <a16:creationId xmlns:a16="http://schemas.microsoft.com/office/drawing/2014/main" id="{5806CEB2-0289-41B6-B03E-0B3BABDAF266}"/>
              </a:ext>
            </a:extLst>
          </p:cNvPr>
          <p:cNvSpPr/>
          <p:nvPr/>
        </p:nvSpPr>
        <p:spPr>
          <a:xfrm>
            <a:off x="4772255" y="1788051"/>
            <a:ext cx="179179" cy="68736"/>
          </a:xfrm>
          <a:custGeom>
            <a:avLst/>
            <a:gdLst>
              <a:gd name="connsiteX0" fmla="*/ 179179 w 179179"/>
              <a:gd name="connsiteY0" fmla="*/ 0 h 68736"/>
              <a:gd name="connsiteX1" fmla="*/ 0 w 179179"/>
              <a:gd name="connsiteY1" fmla="*/ 68736 h 68736"/>
              <a:gd name="connsiteX2" fmla="*/ 88620 w 179179"/>
              <a:gd name="connsiteY2" fmla="*/ 31657 h 68736"/>
              <a:gd name="connsiteX3" fmla="*/ 179179 w 179179"/>
              <a:gd name="connsiteY3" fmla="*/ 0 h 68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9179" h="68736">
                <a:moveTo>
                  <a:pt x="179179" y="0"/>
                </a:moveTo>
                <a:lnTo>
                  <a:pt x="0" y="68736"/>
                </a:lnTo>
                <a:lnTo>
                  <a:pt x="88620" y="31657"/>
                </a:lnTo>
                <a:lnTo>
                  <a:pt x="17917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2" name="手繪多邊形: 圖案 321">
            <a:extLst>
              <a:ext uri="{FF2B5EF4-FFF2-40B4-BE49-F238E27FC236}">
                <a16:creationId xmlns:a16="http://schemas.microsoft.com/office/drawing/2014/main" id="{221DF602-01A4-400E-B368-A430B1BE1478}"/>
              </a:ext>
            </a:extLst>
          </p:cNvPr>
          <p:cNvSpPr/>
          <p:nvPr/>
        </p:nvSpPr>
        <p:spPr>
          <a:xfrm>
            <a:off x="7369103" y="1788051"/>
            <a:ext cx="179180" cy="68736"/>
          </a:xfrm>
          <a:custGeom>
            <a:avLst/>
            <a:gdLst>
              <a:gd name="connsiteX0" fmla="*/ 0 w 179180"/>
              <a:gd name="connsiteY0" fmla="*/ 0 h 68736"/>
              <a:gd name="connsiteX1" fmla="*/ 90559 w 179180"/>
              <a:gd name="connsiteY1" fmla="*/ 31657 h 68736"/>
              <a:gd name="connsiteX2" fmla="*/ 179180 w 179180"/>
              <a:gd name="connsiteY2" fmla="*/ 68736 h 68736"/>
              <a:gd name="connsiteX3" fmla="*/ 0 w 179180"/>
              <a:gd name="connsiteY3" fmla="*/ 0 h 68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9180" h="68736">
                <a:moveTo>
                  <a:pt x="0" y="0"/>
                </a:moveTo>
                <a:lnTo>
                  <a:pt x="90559" y="31657"/>
                </a:lnTo>
                <a:lnTo>
                  <a:pt x="179180" y="6873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3" name="手繪多邊形: 圖案 322">
            <a:extLst>
              <a:ext uri="{FF2B5EF4-FFF2-40B4-BE49-F238E27FC236}">
                <a16:creationId xmlns:a16="http://schemas.microsoft.com/office/drawing/2014/main" id="{125CD0F4-5440-4FAF-9BE3-B85D9DEEF2C6}"/>
              </a:ext>
            </a:extLst>
          </p:cNvPr>
          <p:cNvSpPr/>
          <p:nvPr/>
        </p:nvSpPr>
        <p:spPr>
          <a:xfrm>
            <a:off x="4701710" y="1856787"/>
            <a:ext cx="70544" cy="29516"/>
          </a:xfrm>
          <a:custGeom>
            <a:avLst/>
            <a:gdLst>
              <a:gd name="connsiteX0" fmla="*/ 70544 w 70544"/>
              <a:gd name="connsiteY0" fmla="*/ 0 h 29516"/>
              <a:gd name="connsiteX1" fmla="*/ 0 w 70544"/>
              <a:gd name="connsiteY1" fmla="*/ 29516 h 29516"/>
              <a:gd name="connsiteX2" fmla="*/ 25997 w 70544"/>
              <a:gd name="connsiteY2" fmla="*/ 17089 h 29516"/>
              <a:gd name="connsiteX3" fmla="*/ 70544 w 70544"/>
              <a:gd name="connsiteY3" fmla="*/ 0 h 29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544" h="29516">
                <a:moveTo>
                  <a:pt x="70544" y="0"/>
                </a:moveTo>
                <a:lnTo>
                  <a:pt x="0" y="29516"/>
                </a:lnTo>
                <a:lnTo>
                  <a:pt x="25997" y="17089"/>
                </a:lnTo>
                <a:lnTo>
                  <a:pt x="70544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4" name="手繪多邊形: 圖案 323">
            <a:extLst>
              <a:ext uri="{FF2B5EF4-FFF2-40B4-BE49-F238E27FC236}">
                <a16:creationId xmlns:a16="http://schemas.microsoft.com/office/drawing/2014/main" id="{466A406E-4125-4E6A-A797-4A18AED16E87}"/>
              </a:ext>
            </a:extLst>
          </p:cNvPr>
          <p:cNvSpPr/>
          <p:nvPr/>
        </p:nvSpPr>
        <p:spPr>
          <a:xfrm>
            <a:off x="7548283" y="1856787"/>
            <a:ext cx="70544" cy="29516"/>
          </a:xfrm>
          <a:custGeom>
            <a:avLst/>
            <a:gdLst>
              <a:gd name="connsiteX0" fmla="*/ 0 w 70544"/>
              <a:gd name="connsiteY0" fmla="*/ 0 h 29516"/>
              <a:gd name="connsiteX1" fmla="*/ 44546 w 70544"/>
              <a:gd name="connsiteY1" fmla="*/ 17089 h 29516"/>
              <a:gd name="connsiteX2" fmla="*/ 70544 w 70544"/>
              <a:gd name="connsiteY2" fmla="*/ 29516 h 29516"/>
              <a:gd name="connsiteX3" fmla="*/ 0 w 70544"/>
              <a:gd name="connsiteY3" fmla="*/ 0 h 29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544" h="29516">
                <a:moveTo>
                  <a:pt x="0" y="0"/>
                </a:moveTo>
                <a:lnTo>
                  <a:pt x="44546" y="17089"/>
                </a:lnTo>
                <a:lnTo>
                  <a:pt x="70544" y="2951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5" name="手繪多邊形: 圖案 324">
            <a:extLst>
              <a:ext uri="{FF2B5EF4-FFF2-40B4-BE49-F238E27FC236}">
                <a16:creationId xmlns:a16="http://schemas.microsoft.com/office/drawing/2014/main" id="{DD7BDE18-927A-4C44-9A3E-8E39B1E65941}"/>
              </a:ext>
            </a:extLst>
          </p:cNvPr>
          <p:cNvSpPr/>
          <p:nvPr/>
        </p:nvSpPr>
        <p:spPr>
          <a:xfrm>
            <a:off x="4469648" y="1886303"/>
            <a:ext cx="232063" cy="110930"/>
          </a:xfrm>
          <a:custGeom>
            <a:avLst/>
            <a:gdLst>
              <a:gd name="connsiteX0" fmla="*/ 232063 w 232063"/>
              <a:gd name="connsiteY0" fmla="*/ 0 h 110930"/>
              <a:gd name="connsiteX1" fmla="*/ 0 w 232063"/>
              <a:gd name="connsiteY1" fmla="*/ 110930 h 110930"/>
              <a:gd name="connsiteX2" fmla="*/ 192477 w 232063"/>
              <a:gd name="connsiteY2" fmla="*/ 16563 h 110930"/>
              <a:gd name="connsiteX3" fmla="*/ 232063 w 232063"/>
              <a:gd name="connsiteY3" fmla="*/ 0 h 11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2063" h="110930">
                <a:moveTo>
                  <a:pt x="232063" y="0"/>
                </a:moveTo>
                <a:lnTo>
                  <a:pt x="0" y="110930"/>
                </a:lnTo>
                <a:lnTo>
                  <a:pt x="192477" y="16563"/>
                </a:lnTo>
                <a:lnTo>
                  <a:pt x="23206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6" name="手繪多邊形: 圖案 325">
            <a:extLst>
              <a:ext uri="{FF2B5EF4-FFF2-40B4-BE49-F238E27FC236}">
                <a16:creationId xmlns:a16="http://schemas.microsoft.com/office/drawing/2014/main" id="{0CE5750E-8897-4364-80FB-51E8779EBBED}"/>
              </a:ext>
            </a:extLst>
          </p:cNvPr>
          <p:cNvSpPr/>
          <p:nvPr/>
        </p:nvSpPr>
        <p:spPr>
          <a:xfrm>
            <a:off x="7618828" y="1886303"/>
            <a:ext cx="232063" cy="110930"/>
          </a:xfrm>
          <a:custGeom>
            <a:avLst/>
            <a:gdLst>
              <a:gd name="connsiteX0" fmla="*/ 0 w 232063"/>
              <a:gd name="connsiteY0" fmla="*/ 0 h 110930"/>
              <a:gd name="connsiteX1" fmla="*/ 39585 w 232063"/>
              <a:gd name="connsiteY1" fmla="*/ 16563 h 110930"/>
              <a:gd name="connsiteX2" fmla="*/ 232063 w 232063"/>
              <a:gd name="connsiteY2" fmla="*/ 110930 h 110930"/>
              <a:gd name="connsiteX3" fmla="*/ 0 w 232063"/>
              <a:gd name="connsiteY3" fmla="*/ 0 h 11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2063" h="110930">
                <a:moveTo>
                  <a:pt x="0" y="0"/>
                </a:moveTo>
                <a:lnTo>
                  <a:pt x="39585" y="16563"/>
                </a:lnTo>
                <a:lnTo>
                  <a:pt x="232063" y="1109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7" name="手繪多邊形: 圖案 326">
            <a:extLst>
              <a:ext uri="{FF2B5EF4-FFF2-40B4-BE49-F238E27FC236}">
                <a16:creationId xmlns:a16="http://schemas.microsoft.com/office/drawing/2014/main" id="{CFBF949E-B350-45B2-8A24-CBFC4FF9340C}"/>
              </a:ext>
            </a:extLst>
          </p:cNvPr>
          <p:cNvSpPr/>
          <p:nvPr/>
        </p:nvSpPr>
        <p:spPr>
          <a:xfrm>
            <a:off x="2665367" y="1997233"/>
            <a:ext cx="2033380" cy="2486497"/>
          </a:xfrm>
          <a:custGeom>
            <a:avLst/>
            <a:gdLst>
              <a:gd name="connsiteX0" fmla="*/ 1804280 w 2033380"/>
              <a:gd name="connsiteY0" fmla="*/ 0 h 2486497"/>
              <a:gd name="connsiteX1" fmla="*/ 1804198 w 2033380"/>
              <a:gd name="connsiteY1" fmla="*/ 40 h 2486497"/>
              <a:gd name="connsiteX2" fmla="*/ 1705446 w 2033380"/>
              <a:gd name="connsiteY2" fmla="*/ 57215 h 2486497"/>
              <a:gd name="connsiteX3" fmla="*/ 2033380 w 2033380"/>
              <a:gd name="connsiteY3" fmla="*/ 648969 h 2486497"/>
              <a:gd name="connsiteX4" fmla="*/ 1906133 w 2033380"/>
              <a:gd name="connsiteY4" fmla="*/ 722641 h 2486497"/>
              <a:gd name="connsiteX5" fmla="*/ 667489 w 2033380"/>
              <a:gd name="connsiteY5" fmla="*/ 2335382 h 2486497"/>
              <a:gd name="connsiteX6" fmla="*/ 628634 w 2033380"/>
              <a:gd name="connsiteY6" fmla="*/ 2486497 h 2486497"/>
              <a:gd name="connsiteX7" fmla="*/ 519350 w 2033380"/>
              <a:gd name="connsiteY7" fmla="*/ 2449519 h 2486497"/>
              <a:gd name="connsiteX8" fmla="*/ 129956 w 2033380"/>
              <a:gd name="connsiteY8" fmla="*/ 2295986 h 2486497"/>
              <a:gd name="connsiteX9" fmla="*/ 0 w 2033380"/>
              <a:gd name="connsiteY9" fmla="*/ 2237234 h 2486497"/>
              <a:gd name="connsiteX10" fmla="*/ 29849 w 2033380"/>
              <a:gd name="connsiteY10" fmla="*/ 2132118 h 2486497"/>
              <a:gd name="connsiteX11" fmla="*/ 1804198 w 2033380"/>
              <a:gd name="connsiteY11" fmla="*/ 39 h 2486497"/>
              <a:gd name="connsiteX12" fmla="*/ 1804280 w 2033380"/>
              <a:gd name="connsiteY12" fmla="*/ 0 h 2486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033380" h="2486497">
                <a:moveTo>
                  <a:pt x="1804280" y="0"/>
                </a:moveTo>
                <a:lnTo>
                  <a:pt x="1804198" y="40"/>
                </a:lnTo>
                <a:lnTo>
                  <a:pt x="1705446" y="57215"/>
                </a:lnTo>
                <a:lnTo>
                  <a:pt x="2033380" y="648969"/>
                </a:lnTo>
                <a:lnTo>
                  <a:pt x="1906133" y="722641"/>
                </a:lnTo>
                <a:cubicBezTo>
                  <a:pt x="1321956" y="1092220"/>
                  <a:pt x="876959" y="1661916"/>
                  <a:pt x="667489" y="2335382"/>
                </a:cubicBezTo>
                <a:lnTo>
                  <a:pt x="628634" y="2486497"/>
                </a:lnTo>
                <a:lnTo>
                  <a:pt x="519350" y="2449519"/>
                </a:lnTo>
                <a:cubicBezTo>
                  <a:pt x="388018" y="2401432"/>
                  <a:pt x="258190" y="2350225"/>
                  <a:pt x="129956" y="2295986"/>
                </a:cubicBezTo>
                <a:lnTo>
                  <a:pt x="0" y="2237234"/>
                </a:lnTo>
                <a:lnTo>
                  <a:pt x="29849" y="2132118"/>
                </a:lnTo>
                <a:cubicBezTo>
                  <a:pt x="316954" y="1209048"/>
                  <a:pt x="962748" y="444011"/>
                  <a:pt x="1804198" y="39"/>
                </a:cubicBezTo>
                <a:lnTo>
                  <a:pt x="180428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8" name="手繪多邊形: 圖案 327">
            <a:extLst>
              <a:ext uri="{FF2B5EF4-FFF2-40B4-BE49-F238E27FC236}">
                <a16:creationId xmlns:a16="http://schemas.microsoft.com/office/drawing/2014/main" id="{74DB1EC7-F951-4F01-A503-664081E968AF}"/>
              </a:ext>
            </a:extLst>
          </p:cNvPr>
          <p:cNvSpPr/>
          <p:nvPr/>
        </p:nvSpPr>
        <p:spPr>
          <a:xfrm>
            <a:off x="7608137" y="1997233"/>
            <a:ext cx="2040830" cy="2481004"/>
          </a:xfrm>
          <a:custGeom>
            <a:avLst/>
            <a:gdLst>
              <a:gd name="connsiteX0" fmla="*/ 242753 w 2040830"/>
              <a:gd name="connsiteY0" fmla="*/ 0 h 2481004"/>
              <a:gd name="connsiteX1" fmla="*/ 242834 w 2040830"/>
              <a:gd name="connsiteY1" fmla="*/ 39 h 2481004"/>
              <a:gd name="connsiteX2" fmla="*/ 2017183 w 2040830"/>
              <a:gd name="connsiteY2" fmla="*/ 2132118 h 2481004"/>
              <a:gd name="connsiteX3" fmla="*/ 2040830 w 2040830"/>
              <a:gd name="connsiteY3" fmla="*/ 2215393 h 2481004"/>
              <a:gd name="connsiteX4" fmla="*/ 1862562 w 2040830"/>
              <a:gd name="connsiteY4" fmla="*/ 2295986 h 2481004"/>
              <a:gd name="connsiteX5" fmla="*/ 1473168 w 2040830"/>
              <a:gd name="connsiteY5" fmla="*/ 2449519 h 2481004"/>
              <a:gd name="connsiteX6" fmla="*/ 1380116 w 2040830"/>
              <a:gd name="connsiteY6" fmla="*/ 2481004 h 2481004"/>
              <a:gd name="connsiteX7" fmla="*/ 1342673 w 2040830"/>
              <a:gd name="connsiteY7" fmla="*/ 2335382 h 2481004"/>
              <a:gd name="connsiteX8" fmla="*/ 104029 w 2040830"/>
              <a:gd name="connsiteY8" fmla="*/ 722641 h 2481004"/>
              <a:gd name="connsiteX9" fmla="*/ 0 w 2040830"/>
              <a:gd name="connsiteY9" fmla="*/ 662411 h 2481004"/>
              <a:gd name="connsiteX10" fmla="*/ 336890 w 2040830"/>
              <a:gd name="connsiteY10" fmla="*/ 54496 h 2481004"/>
              <a:gd name="connsiteX11" fmla="*/ 242834 w 2040830"/>
              <a:gd name="connsiteY11" fmla="*/ 40 h 2481004"/>
              <a:gd name="connsiteX12" fmla="*/ 242753 w 2040830"/>
              <a:gd name="connsiteY12" fmla="*/ 0 h 2481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040830" h="2481004">
                <a:moveTo>
                  <a:pt x="242753" y="0"/>
                </a:moveTo>
                <a:lnTo>
                  <a:pt x="242834" y="39"/>
                </a:lnTo>
                <a:cubicBezTo>
                  <a:pt x="1084284" y="444011"/>
                  <a:pt x="1730078" y="1209048"/>
                  <a:pt x="2017183" y="2132118"/>
                </a:cubicBezTo>
                <a:lnTo>
                  <a:pt x="2040830" y="2215393"/>
                </a:lnTo>
                <a:lnTo>
                  <a:pt x="1862562" y="2295986"/>
                </a:lnTo>
                <a:cubicBezTo>
                  <a:pt x="1734328" y="2350225"/>
                  <a:pt x="1604500" y="2401432"/>
                  <a:pt x="1473168" y="2449519"/>
                </a:cubicBezTo>
                <a:lnTo>
                  <a:pt x="1380116" y="2481004"/>
                </a:lnTo>
                <a:lnTo>
                  <a:pt x="1342673" y="2335382"/>
                </a:lnTo>
                <a:cubicBezTo>
                  <a:pt x="1133203" y="1661916"/>
                  <a:pt x="688206" y="1092220"/>
                  <a:pt x="104029" y="722641"/>
                </a:cubicBezTo>
                <a:lnTo>
                  <a:pt x="0" y="662411"/>
                </a:lnTo>
                <a:lnTo>
                  <a:pt x="336890" y="54496"/>
                </a:lnTo>
                <a:lnTo>
                  <a:pt x="242834" y="40"/>
                </a:lnTo>
                <a:lnTo>
                  <a:pt x="24275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9" name="手繪多邊形: 圖案 328">
            <a:extLst>
              <a:ext uri="{FF2B5EF4-FFF2-40B4-BE49-F238E27FC236}">
                <a16:creationId xmlns:a16="http://schemas.microsoft.com/office/drawing/2014/main" id="{04ECFCA4-3691-46D3-97BA-D12BB92D08DA}"/>
              </a:ext>
            </a:extLst>
          </p:cNvPr>
          <p:cNvSpPr/>
          <p:nvPr/>
        </p:nvSpPr>
        <p:spPr>
          <a:xfrm>
            <a:off x="4698747" y="2266032"/>
            <a:ext cx="2909390" cy="794954"/>
          </a:xfrm>
          <a:custGeom>
            <a:avLst/>
            <a:gdLst>
              <a:gd name="connsiteX0" fmla="*/ 1443086 w 2909390"/>
              <a:gd name="connsiteY0" fmla="*/ 0 h 794954"/>
              <a:gd name="connsiteX1" fmla="*/ 1663799 w 2909390"/>
              <a:gd name="connsiteY1" fmla="*/ 9060 h 794954"/>
              <a:gd name="connsiteX2" fmla="*/ 1728342 w 2909390"/>
              <a:gd name="connsiteY2" fmla="*/ 15044 h 794954"/>
              <a:gd name="connsiteX3" fmla="*/ 1887933 w 2909390"/>
              <a:gd name="connsiteY3" fmla="*/ 34801 h 794954"/>
              <a:gd name="connsiteX4" fmla="*/ 1950971 w 2909390"/>
              <a:gd name="connsiteY4" fmla="*/ 44581 h 794954"/>
              <a:gd name="connsiteX5" fmla="*/ 2160498 w 2909390"/>
              <a:gd name="connsiteY5" fmla="*/ 88117 h 794954"/>
              <a:gd name="connsiteX6" fmla="*/ 2364003 w 2909390"/>
              <a:gd name="connsiteY6" fmla="*/ 147947 h 794954"/>
              <a:gd name="connsiteX7" fmla="*/ 2423012 w 2909390"/>
              <a:gd name="connsiteY7" fmla="*/ 168575 h 794954"/>
              <a:gd name="connsiteX8" fmla="*/ 2568298 w 2909390"/>
              <a:gd name="connsiteY8" fmla="*/ 224309 h 794954"/>
              <a:gd name="connsiteX9" fmla="*/ 2625480 w 2909390"/>
              <a:gd name="connsiteY9" fmla="*/ 248235 h 794954"/>
              <a:gd name="connsiteX10" fmla="*/ 2813670 w 2909390"/>
              <a:gd name="connsiteY10" fmla="*/ 338193 h 794954"/>
              <a:gd name="connsiteX11" fmla="*/ 2909390 w 2909390"/>
              <a:gd name="connsiteY11" fmla="*/ 393612 h 794954"/>
              <a:gd name="connsiteX12" fmla="*/ 2686977 w 2909390"/>
              <a:gd name="connsiteY12" fmla="*/ 794954 h 794954"/>
              <a:gd name="connsiteX13" fmla="*/ 2569109 w 2909390"/>
              <a:gd name="connsiteY13" fmla="*/ 726711 h 794954"/>
              <a:gd name="connsiteX14" fmla="*/ 1434264 w 2909390"/>
              <a:gd name="connsiteY14" fmla="*/ 446688 h 794954"/>
              <a:gd name="connsiteX15" fmla="*/ 299420 w 2909390"/>
              <a:gd name="connsiteY15" fmla="*/ 726711 h 794954"/>
              <a:gd name="connsiteX16" fmla="*/ 218127 w 2909390"/>
              <a:gd name="connsiteY16" fmla="*/ 773778 h 794954"/>
              <a:gd name="connsiteX17" fmla="*/ 0 w 2909390"/>
              <a:gd name="connsiteY17" fmla="*/ 380170 h 794954"/>
              <a:gd name="connsiteX18" fmla="*/ 72502 w 2909390"/>
              <a:gd name="connsiteY18" fmla="*/ 338193 h 794954"/>
              <a:gd name="connsiteX19" fmla="*/ 260692 w 2909390"/>
              <a:gd name="connsiteY19" fmla="*/ 248235 h 794954"/>
              <a:gd name="connsiteX20" fmla="*/ 317875 w 2909390"/>
              <a:gd name="connsiteY20" fmla="*/ 224309 h 794954"/>
              <a:gd name="connsiteX21" fmla="*/ 463156 w 2909390"/>
              <a:gd name="connsiteY21" fmla="*/ 168577 h 794954"/>
              <a:gd name="connsiteX22" fmla="*/ 522175 w 2909390"/>
              <a:gd name="connsiteY22" fmla="*/ 147946 h 794954"/>
              <a:gd name="connsiteX23" fmla="*/ 725648 w 2909390"/>
              <a:gd name="connsiteY23" fmla="*/ 88125 h 794954"/>
              <a:gd name="connsiteX24" fmla="*/ 725675 w 2909390"/>
              <a:gd name="connsiteY24" fmla="*/ 88117 h 794954"/>
              <a:gd name="connsiteX25" fmla="*/ 725695 w 2909390"/>
              <a:gd name="connsiteY25" fmla="*/ 88113 h 794954"/>
              <a:gd name="connsiteX26" fmla="*/ 935201 w 2909390"/>
              <a:gd name="connsiteY26" fmla="*/ 44581 h 794954"/>
              <a:gd name="connsiteX27" fmla="*/ 998242 w 2909390"/>
              <a:gd name="connsiteY27" fmla="*/ 34801 h 794954"/>
              <a:gd name="connsiteX28" fmla="*/ 1157828 w 2909390"/>
              <a:gd name="connsiteY28" fmla="*/ 15045 h 794954"/>
              <a:gd name="connsiteX29" fmla="*/ 1222375 w 2909390"/>
              <a:gd name="connsiteY29" fmla="*/ 9060 h 794954"/>
              <a:gd name="connsiteX30" fmla="*/ 1443086 w 2909390"/>
              <a:gd name="connsiteY30" fmla="*/ 0 h 79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909390" h="794954">
                <a:moveTo>
                  <a:pt x="1443086" y="0"/>
                </a:moveTo>
                <a:lnTo>
                  <a:pt x="1663799" y="9060"/>
                </a:lnTo>
                <a:lnTo>
                  <a:pt x="1728342" y="15044"/>
                </a:lnTo>
                <a:lnTo>
                  <a:pt x="1887933" y="34801"/>
                </a:lnTo>
                <a:lnTo>
                  <a:pt x="1950971" y="44581"/>
                </a:lnTo>
                <a:lnTo>
                  <a:pt x="2160498" y="88117"/>
                </a:lnTo>
                <a:lnTo>
                  <a:pt x="2364003" y="147947"/>
                </a:lnTo>
                <a:lnTo>
                  <a:pt x="2423012" y="168575"/>
                </a:lnTo>
                <a:lnTo>
                  <a:pt x="2568298" y="224309"/>
                </a:lnTo>
                <a:lnTo>
                  <a:pt x="2625480" y="248235"/>
                </a:lnTo>
                <a:lnTo>
                  <a:pt x="2813670" y="338193"/>
                </a:lnTo>
                <a:lnTo>
                  <a:pt x="2909390" y="393612"/>
                </a:lnTo>
                <a:lnTo>
                  <a:pt x="2686977" y="794954"/>
                </a:lnTo>
                <a:lnTo>
                  <a:pt x="2569109" y="726711"/>
                </a:lnTo>
                <a:cubicBezTo>
                  <a:pt x="2230227" y="547908"/>
                  <a:pt x="1844066" y="446688"/>
                  <a:pt x="1434264" y="446688"/>
                </a:cubicBezTo>
                <a:cubicBezTo>
                  <a:pt x="1024462" y="446688"/>
                  <a:pt x="638302" y="547908"/>
                  <a:pt x="299420" y="726711"/>
                </a:cubicBezTo>
                <a:lnTo>
                  <a:pt x="218127" y="773778"/>
                </a:lnTo>
                <a:lnTo>
                  <a:pt x="0" y="380170"/>
                </a:lnTo>
                <a:lnTo>
                  <a:pt x="72502" y="338193"/>
                </a:lnTo>
                <a:lnTo>
                  <a:pt x="260692" y="248235"/>
                </a:lnTo>
                <a:lnTo>
                  <a:pt x="317875" y="224309"/>
                </a:lnTo>
                <a:lnTo>
                  <a:pt x="463156" y="168577"/>
                </a:lnTo>
                <a:lnTo>
                  <a:pt x="522175" y="147946"/>
                </a:lnTo>
                <a:lnTo>
                  <a:pt x="725648" y="88125"/>
                </a:lnTo>
                <a:lnTo>
                  <a:pt x="725675" y="88117"/>
                </a:lnTo>
                <a:lnTo>
                  <a:pt x="725695" y="88113"/>
                </a:lnTo>
                <a:lnTo>
                  <a:pt x="935201" y="44581"/>
                </a:lnTo>
                <a:lnTo>
                  <a:pt x="998242" y="34801"/>
                </a:lnTo>
                <a:lnTo>
                  <a:pt x="1157828" y="15045"/>
                </a:lnTo>
                <a:lnTo>
                  <a:pt x="1222375" y="9060"/>
                </a:lnTo>
                <a:lnTo>
                  <a:pt x="144308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0" name="手繪多邊形: 圖案 329">
            <a:extLst>
              <a:ext uri="{FF2B5EF4-FFF2-40B4-BE49-F238E27FC236}">
                <a16:creationId xmlns:a16="http://schemas.microsoft.com/office/drawing/2014/main" id="{13A3F41A-E84F-486C-929D-566C6805727A}"/>
              </a:ext>
            </a:extLst>
          </p:cNvPr>
          <p:cNvSpPr/>
          <p:nvPr/>
        </p:nvSpPr>
        <p:spPr>
          <a:xfrm>
            <a:off x="6141834" y="2266032"/>
            <a:ext cx="220713" cy="9060"/>
          </a:xfrm>
          <a:custGeom>
            <a:avLst/>
            <a:gdLst>
              <a:gd name="connsiteX0" fmla="*/ 0 w 220713"/>
              <a:gd name="connsiteY0" fmla="*/ 0 h 9060"/>
              <a:gd name="connsiteX1" fmla="*/ 184205 w 220713"/>
              <a:gd name="connsiteY1" fmla="*/ 5675 h 9060"/>
              <a:gd name="connsiteX2" fmla="*/ 220713 w 220713"/>
              <a:gd name="connsiteY2" fmla="*/ 9060 h 9060"/>
              <a:gd name="connsiteX3" fmla="*/ 0 w 220713"/>
              <a:gd name="connsiteY3" fmla="*/ 0 h 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713" h="9060">
                <a:moveTo>
                  <a:pt x="0" y="0"/>
                </a:moveTo>
                <a:cubicBezTo>
                  <a:pt x="61866" y="0"/>
                  <a:pt x="123287" y="1910"/>
                  <a:pt x="184205" y="5675"/>
                </a:cubicBezTo>
                <a:lnTo>
                  <a:pt x="220713" y="906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1" name="手繪多邊形: 圖案 330">
            <a:extLst>
              <a:ext uri="{FF2B5EF4-FFF2-40B4-BE49-F238E27FC236}">
                <a16:creationId xmlns:a16="http://schemas.microsoft.com/office/drawing/2014/main" id="{82FCA6DF-363B-47E2-8225-0CE25B62B200}"/>
              </a:ext>
            </a:extLst>
          </p:cNvPr>
          <p:cNvSpPr/>
          <p:nvPr/>
        </p:nvSpPr>
        <p:spPr>
          <a:xfrm>
            <a:off x="5921123" y="2266032"/>
            <a:ext cx="220711" cy="9060"/>
          </a:xfrm>
          <a:custGeom>
            <a:avLst/>
            <a:gdLst>
              <a:gd name="connsiteX0" fmla="*/ 220711 w 220711"/>
              <a:gd name="connsiteY0" fmla="*/ 0 h 9060"/>
              <a:gd name="connsiteX1" fmla="*/ 0 w 220711"/>
              <a:gd name="connsiteY1" fmla="*/ 9060 h 9060"/>
              <a:gd name="connsiteX2" fmla="*/ 36507 w 220711"/>
              <a:gd name="connsiteY2" fmla="*/ 5675 h 9060"/>
              <a:gd name="connsiteX3" fmla="*/ 220711 w 220711"/>
              <a:gd name="connsiteY3" fmla="*/ 0 h 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711" h="9060">
                <a:moveTo>
                  <a:pt x="220711" y="0"/>
                </a:moveTo>
                <a:lnTo>
                  <a:pt x="0" y="9060"/>
                </a:lnTo>
                <a:lnTo>
                  <a:pt x="36507" y="5675"/>
                </a:lnTo>
                <a:cubicBezTo>
                  <a:pt x="97425" y="1910"/>
                  <a:pt x="158845" y="0"/>
                  <a:pt x="220711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2" name="手繪多邊形: 圖案 331">
            <a:extLst>
              <a:ext uri="{FF2B5EF4-FFF2-40B4-BE49-F238E27FC236}">
                <a16:creationId xmlns:a16="http://schemas.microsoft.com/office/drawing/2014/main" id="{0AA7B0E1-A5B2-4E4A-997F-FC200D98F780}"/>
              </a:ext>
            </a:extLst>
          </p:cNvPr>
          <p:cNvSpPr/>
          <p:nvPr/>
        </p:nvSpPr>
        <p:spPr>
          <a:xfrm>
            <a:off x="5856576" y="2275093"/>
            <a:ext cx="64547" cy="5985"/>
          </a:xfrm>
          <a:custGeom>
            <a:avLst/>
            <a:gdLst>
              <a:gd name="connsiteX0" fmla="*/ 64547 w 64547"/>
              <a:gd name="connsiteY0" fmla="*/ 0 h 5985"/>
              <a:gd name="connsiteX1" fmla="*/ 0 w 64547"/>
              <a:gd name="connsiteY1" fmla="*/ 5985 h 5985"/>
              <a:gd name="connsiteX2" fmla="*/ 40305 w 64547"/>
              <a:gd name="connsiteY2" fmla="*/ 995 h 5985"/>
              <a:gd name="connsiteX3" fmla="*/ 64547 w 64547"/>
              <a:gd name="connsiteY3" fmla="*/ 0 h 5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547" h="5985">
                <a:moveTo>
                  <a:pt x="64547" y="0"/>
                </a:moveTo>
                <a:lnTo>
                  <a:pt x="0" y="5985"/>
                </a:lnTo>
                <a:lnTo>
                  <a:pt x="40305" y="995"/>
                </a:lnTo>
                <a:lnTo>
                  <a:pt x="6454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3" name="手繪多邊形: 圖案 332">
            <a:extLst>
              <a:ext uri="{FF2B5EF4-FFF2-40B4-BE49-F238E27FC236}">
                <a16:creationId xmlns:a16="http://schemas.microsoft.com/office/drawing/2014/main" id="{058A44C2-38CE-4253-8ED8-C54ED71FBCF4}"/>
              </a:ext>
            </a:extLst>
          </p:cNvPr>
          <p:cNvSpPr/>
          <p:nvPr/>
        </p:nvSpPr>
        <p:spPr>
          <a:xfrm>
            <a:off x="6362547" y="2275092"/>
            <a:ext cx="64543" cy="5984"/>
          </a:xfrm>
          <a:custGeom>
            <a:avLst/>
            <a:gdLst>
              <a:gd name="connsiteX0" fmla="*/ 0 w 64543"/>
              <a:gd name="connsiteY0" fmla="*/ 0 h 5984"/>
              <a:gd name="connsiteX1" fmla="*/ 24240 w 64543"/>
              <a:gd name="connsiteY1" fmla="*/ 995 h 5984"/>
              <a:gd name="connsiteX2" fmla="*/ 64543 w 64543"/>
              <a:gd name="connsiteY2" fmla="*/ 5984 h 5984"/>
              <a:gd name="connsiteX3" fmla="*/ 0 w 64543"/>
              <a:gd name="connsiteY3" fmla="*/ 0 h 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543" h="5984">
                <a:moveTo>
                  <a:pt x="0" y="0"/>
                </a:moveTo>
                <a:lnTo>
                  <a:pt x="24240" y="995"/>
                </a:lnTo>
                <a:lnTo>
                  <a:pt x="64543" y="598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4" name="手繪多邊形: 圖案 333">
            <a:extLst>
              <a:ext uri="{FF2B5EF4-FFF2-40B4-BE49-F238E27FC236}">
                <a16:creationId xmlns:a16="http://schemas.microsoft.com/office/drawing/2014/main" id="{93C0CF5C-D4F0-4246-9D02-1B197FFAD5AA}"/>
              </a:ext>
            </a:extLst>
          </p:cNvPr>
          <p:cNvSpPr/>
          <p:nvPr/>
        </p:nvSpPr>
        <p:spPr>
          <a:xfrm>
            <a:off x="6427090" y="2281077"/>
            <a:ext cx="159591" cy="19757"/>
          </a:xfrm>
          <a:custGeom>
            <a:avLst/>
            <a:gdLst>
              <a:gd name="connsiteX0" fmla="*/ 0 w 159591"/>
              <a:gd name="connsiteY0" fmla="*/ 0 h 19757"/>
              <a:gd name="connsiteX1" fmla="*/ 80142 w 159591"/>
              <a:gd name="connsiteY1" fmla="*/ 7431 h 19757"/>
              <a:gd name="connsiteX2" fmla="*/ 159591 w 159591"/>
              <a:gd name="connsiteY2" fmla="*/ 19757 h 19757"/>
              <a:gd name="connsiteX3" fmla="*/ 0 w 159591"/>
              <a:gd name="connsiteY3" fmla="*/ 0 h 19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9591" h="19757">
                <a:moveTo>
                  <a:pt x="0" y="0"/>
                </a:moveTo>
                <a:lnTo>
                  <a:pt x="80142" y="7431"/>
                </a:lnTo>
                <a:lnTo>
                  <a:pt x="159591" y="1975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5" name="手繪多邊形: 圖案 334">
            <a:extLst>
              <a:ext uri="{FF2B5EF4-FFF2-40B4-BE49-F238E27FC236}">
                <a16:creationId xmlns:a16="http://schemas.microsoft.com/office/drawing/2014/main" id="{97815135-5F12-4EB5-9F95-4DBC402D3E92}"/>
              </a:ext>
            </a:extLst>
          </p:cNvPr>
          <p:cNvSpPr/>
          <p:nvPr/>
        </p:nvSpPr>
        <p:spPr>
          <a:xfrm>
            <a:off x="5696989" y="2281077"/>
            <a:ext cx="159586" cy="19756"/>
          </a:xfrm>
          <a:custGeom>
            <a:avLst/>
            <a:gdLst>
              <a:gd name="connsiteX0" fmla="*/ 159586 w 159586"/>
              <a:gd name="connsiteY0" fmla="*/ 0 h 19756"/>
              <a:gd name="connsiteX1" fmla="*/ 0 w 159586"/>
              <a:gd name="connsiteY1" fmla="*/ 19756 h 19756"/>
              <a:gd name="connsiteX2" fmla="*/ 79447 w 159586"/>
              <a:gd name="connsiteY2" fmla="*/ 7430 h 19756"/>
              <a:gd name="connsiteX3" fmla="*/ 159586 w 159586"/>
              <a:gd name="connsiteY3" fmla="*/ 0 h 19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9586" h="19756">
                <a:moveTo>
                  <a:pt x="159586" y="0"/>
                </a:moveTo>
                <a:lnTo>
                  <a:pt x="0" y="19756"/>
                </a:lnTo>
                <a:lnTo>
                  <a:pt x="79447" y="7430"/>
                </a:lnTo>
                <a:lnTo>
                  <a:pt x="15958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6" name="手繪多邊形: 圖案 335">
            <a:extLst>
              <a:ext uri="{FF2B5EF4-FFF2-40B4-BE49-F238E27FC236}">
                <a16:creationId xmlns:a16="http://schemas.microsoft.com/office/drawing/2014/main" id="{188A3BF2-888B-4C40-9434-BE1D8EDA715A}"/>
              </a:ext>
            </a:extLst>
          </p:cNvPr>
          <p:cNvSpPr/>
          <p:nvPr/>
        </p:nvSpPr>
        <p:spPr>
          <a:xfrm>
            <a:off x="5633949" y="2300833"/>
            <a:ext cx="63041" cy="9780"/>
          </a:xfrm>
          <a:custGeom>
            <a:avLst/>
            <a:gdLst>
              <a:gd name="connsiteX0" fmla="*/ 63041 w 63041"/>
              <a:gd name="connsiteY0" fmla="*/ 0 h 9780"/>
              <a:gd name="connsiteX1" fmla="*/ 0 w 63041"/>
              <a:gd name="connsiteY1" fmla="*/ 9780 h 9780"/>
              <a:gd name="connsiteX2" fmla="*/ 23530 w 63041"/>
              <a:gd name="connsiteY2" fmla="*/ 4891 h 9780"/>
              <a:gd name="connsiteX3" fmla="*/ 63041 w 63041"/>
              <a:gd name="connsiteY3" fmla="*/ 0 h 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041" h="9780">
                <a:moveTo>
                  <a:pt x="63041" y="0"/>
                </a:moveTo>
                <a:lnTo>
                  <a:pt x="0" y="9780"/>
                </a:lnTo>
                <a:lnTo>
                  <a:pt x="23530" y="4891"/>
                </a:lnTo>
                <a:lnTo>
                  <a:pt x="6304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7" name="手繪多邊形: 圖案 336">
            <a:extLst>
              <a:ext uri="{FF2B5EF4-FFF2-40B4-BE49-F238E27FC236}">
                <a16:creationId xmlns:a16="http://schemas.microsoft.com/office/drawing/2014/main" id="{A202517A-823F-4DFB-B0C3-7440E3F0FB4A}"/>
              </a:ext>
            </a:extLst>
          </p:cNvPr>
          <p:cNvSpPr/>
          <p:nvPr/>
        </p:nvSpPr>
        <p:spPr>
          <a:xfrm>
            <a:off x="6586680" y="2300833"/>
            <a:ext cx="63038" cy="9780"/>
          </a:xfrm>
          <a:custGeom>
            <a:avLst/>
            <a:gdLst>
              <a:gd name="connsiteX0" fmla="*/ 0 w 63038"/>
              <a:gd name="connsiteY0" fmla="*/ 0 h 9780"/>
              <a:gd name="connsiteX1" fmla="*/ 39508 w 63038"/>
              <a:gd name="connsiteY1" fmla="*/ 4891 h 9780"/>
              <a:gd name="connsiteX2" fmla="*/ 63038 w 63038"/>
              <a:gd name="connsiteY2" fmla="*/ 9780 h 9780"/>
              <a:gd name="connsiteX3" fmla="*/ 0 w 63038"/>
              <a:gd name="connsiteY3" fmla="*/ 0 h 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038" h="9780">
                <a:moveTo>
                  <a:pt x="0" y="0"/>
                </a:moveTo>
                <a:lnTo>
                  <a:pt x="39508" y="4891"/>
                </a:lnTo>
                <a:lnTo>
                  <a:pt x="63038" y="978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8" name="手繪多邊形: 圖案 337">
            <a:extLst>
              <a:ext uri="{FF2B5EF4-FFF2-40B4-BE49-F238E27FC236}">
                <a16:creationId xmlns:a16="http://schemas.microsoft.com/office/drawing/2014/main" id="{FE043EAF-98D4-4057-B958-85AD73003EEE}"/>
              </a:ext>
            </a:extLst>
          </p:cNvPr>
          <p:cNvSpPr/>
          <p:nvPr/>
        </p:nvSpPr>
        <p:spPr>
          <a:xfrm>
            <a:off x="6649719" y="2310613"/>
            <a:ext cx="209527" cy="43536"/>
          </a:xfrm>
          <a:custGeom>
            <a:avLst/>
            <a:gdLst>
              <a:gd name="connsiteX0" fmla="*/ 0 w 209527"/>
              <a:gd name="connsiteY0" fmla="*/ 0 h 43536"/>
              <a:gd name="connsiteX1" fmla="*/ 35360 w 209527"/>
              <a:gd name="connsiteY1" fmla="*/ 5486 h 43536"/>
              <a:gd name="connsiteX2" fmla="*/ 209527 w 209527"/>
              <a:gd name="connsiteY2" fmla="*/ 43536 h 43536"/>
              <a:gd name="connsiteX3" fmla="*/ 0 w 209527"/>
              <a:gd name="connsiteY3" fmla="*/ 0 h 43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527" h="43536">
                <a:moveTo>
                  <a:pt x="0" y="0"/>
                </a:moveTo>
                <a:lnTo>
                  <a:pt x="35360" y="5486"/>
                </a:lnTo>
                <a:cubicBezTo>
                  <a:pt x="94048" y="16445"/>
                  <a:pt x="152122" y="29147"/>
                  <a:pt x="209527" y="43536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9" name="手繪多邊形: 圖案 338">
            <a:extLst>
              <a:ext uri="{FF2B5EF4-FFF2-40B4-BE49-F238E27FC236}">
                <a16:creationId xmlns:a16="http://schemas.microsoft.com/office/drawing/2014/main" id="{7B3DCEB0-41C8-4BDB-8751-98C07CD24BE4}"/>
              </a:ext>
            </a:extLst>
          </p:cNvPr>
          <p:cNvSpPr/>
          <p:nvPr/>
        </p:nvSpPr>
        <p:spPr>
          <a:xfrm>
            <a:off x="5424442" y="2310613"/>
            <a:ext cx="209506" cy="43532"/>
          </a:xfrm>
          <a:custGeom>
            <a:avLst/>
            <a:gdLst>
              <a:gd name="connsiteX0" fmla="*/ 209506 w 209506"/>
              <a:gd name="connsiteY0" fmla="*/ 0 h 43532"/>
              <a:gd name="connsiteX1" fmla="*/ 0 w 209506"/>
              <a:gd name="connsiteY1" fmla="*/ 43532 h 43532"/>
              <a:gd name="connsiteX2" fmla="*/ 174146 w 209506"/>
              <a:gd name="connsiteY2" fmla="*/ 5486 h 43532"/>
              <a:gd name="connsiteX3" fmla="*/ 209506 w 209506"/>
              <a:gd name="connsiteY3" fmla="*/ 0 h 43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506" h="43532">
                <a:moveTo>
                  <a:pt x="209506" y="0"/>
                </a:moveTo>
                <a:lnTo>
                  <a:pt x="0" y="43532"/>
                </a:lnTo>
                <a:lnTo>
                  <a:pt x="174146" y="5486"/>
                </a:lnTo>
                <a:lnTo>
                  <a:pt x="20950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0" name="手繪多邊形: 圖案 339">
            <a:extLst>
              <a:ext uri="{FF2B5EF4-FFF2-40B4-BE49-F238E27FC236}">
                <a16:creationId xmlns:a16="http://schemas.microsoft.com/office/drawing/2014/main" id="{2FD3CC57-E4C9-4D00-A3A3-912B5E357FE2}"/>
              </a:ext>
            </a:extLst>
          </p:cNvPr>
          <p:cNvSpPr/>
          <p:nvPr/>
        </p:nvSpPr>
        <p:spPr>
          <a:xfrm>
            <a:off x="6859246" y="2354149"/>
            <a:ext cx="203505" cy="59830"/>
          </a:xfrm>
          <a:custGeom>
            <a:avLst/>
            <a:gdLst>
              <a:gd name="connsiteX0" fmla="*/ 0 w 203505"/>
              <a:gd name="connsiteY0" fmla="*/ 0 h 59830"/>
              <a:gd name="connsiteX1" fmla="*/ 170152 w 203505"/>
              <a:gd name="connsiteY1" fmla="*/ 48171 h 59830"/>
              <a:gd name="connsiteX2" fmla="*/ 203505 w 203505"/>
              <a:gd name="connsiteY2" fmla="*/ 59830 h 59830"/>
              <a:gd name="connsiteX3" fmla="*/ 0 w 203505"/>
              <a:gd name="connsiteY3" fmla="*/ 0 h 5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505" h="59830">
                <a:moveTo>
                  <a:pt x="0" y="0"/>
                </a:moveTo>
                <a:cubicBezTo>
                  <a:pt x="57405" y="14389"/>
                  <a:pt x="114141" y="30464"/>
                  <a:pt x="170152" y="48171"/>
                </a:cubicBezTo>
                <a:lnTo>
                  <a:pt x="203505" y="598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1" name="手繪多邊形: 圖案 340">
            <a:extLst>
              <a:ext uri="{FF2B5EF4-FFF2-40B4-BE49-F238E27FC236}">
                <a16:creationId xmlns:a16="http://schemas.microsoft.com/office/drawing/2014/main" id="{074A087C-19A1-4DA6-B806-9151C07D0F71}"/>
              </a:ext>
            </a:extLst>
          </p:cNvPr>
          <p:cNvSpPr/>
          <p:nvPr/>
        </p:nvSpPr>
        <p:spPr>
          <a:xfrm>
            <a:off x="5220923" y="2354158"/>
            <a:ext cx="203473" cy="59821"/>
          </a:xfrm>
          <a:custGeom>
            <a:avLst/>
            <a:gdLst>
              <a:gd name="connsiteX0" fmla="*/ 203473 w 203473"/>
              <a:gd name="connsiteY0" fmla="*/ 0 h 59821"/>
              <a:gd name="connsiteX1" fmla="*/ 0 w 203473"/>
              <a:gd name="connsiteY1" fmla="*/ 59821 h 59821"/>
              <a:gd name="connsiteX2" fmla="*/ 33348 w 203473"/>
              <a:gd name="connsiteY2" fmla="*/ 48163 h 59821"/>
              <a:gd name="connsiteX3" fmla="*/ 203473 w 203473"/>
              <a:gd name="connsiteY3" fmla="*/ 0 h 5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473" h="59821">
                <a:moveTo>
                  <a:pt x="203473" y="0"/>
                </a:moveTo>
                <a:lnTo>
                  <a:pt x="0" y="59821"/>
                </a:lnTo>
                <a:lnTo>
                  <a:pt x="33348" y="48163"/>
                </a:lnTo>
                <a:lnTo>
                  <a:pt x="20347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2" name="手繪多邊形: 圖案 341">
            <a:extLst>
              <a:ext uri="{FF2B5EF4-FFF2-40B4-BE49-F238E27FC236}">
                <a16:creationId xmlns:a16="http://schemas.microsoft.com/office/drawing/2014/main" id="{11164733-2FF7-4B01-BEC7-DA225912A898}"/>
              </a:ext>
            </a:extLst>
          </p:cNvPr>
          <p:cNvSpPr/>
          <p:nvPr/>
        </p:nvSpPr>
        <p:spPr>
          <a:xfrm>
            <a:off x="5161904" y="2413979"/>
            <a:ext cx="59019" cy="20631"/>
          </a:xfrm>
          <a:custGeom>
            <a:avLst/>
            <a:gdLst>
              <a:gd name="connsiteX0" fmla="*/ 59019 w 59019"/>
              <a:gd name="connsiteY0" fmla="*/ 0 h 20631"/>
              <a:gd name="connsiteX1" fmla="*/ 0 w 59019"/>
              <a:gd name="connsiteY1" fmla="*/ 20631 h 20631"/>
              <a:gd name="connsiteX2" fmla="*/ 36599 w 59019"/>
              <a:gd name="connsiteY2" fmla="*/ 6591 h 20631"/>
              <a:gd name="connsiteX3" fmla="*/ 59019 w 59019"/>
              <a:gd name="connsiteY3" fmla="*/ 0 h 20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19" h="20631">
                <a:moveTo>
                  <a:pt x="59019" y="0"/>
                </a:moveTo>
                <a:lnTo>
                  <a:pt x="0" y="20631"/>
                </a:lnTo>
                <a:lnTo>
                  <a:pt x="36599" y="6591"/>
                </a:lnTo>
                <a:lnTo>
                  <a:pt x="5901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3" name="手繪多邊形: 圖案 342">
            <a:extLst>
              <a:ext uri="{FF2B5EF4-FFF2-40B4-BE49-F238E27FC236}">
                <a16:creationId xmlns:a16="http://schemas.microsoft.com/office/drawing/2014/main" id="{C1A91E44-3CFA-4C7B-B8D8-AE0A2C871AFA}"/>
              </a:ext>
            </a:extLst>
          </p:cNvPr>
          <p:cNvSpPr/>
          <p:nvPr/>
        </p:nvSpPr>
        <p:spPr>
          <a:xfrm>
            <a:off x="7062751" y="2413979"/>
            <a:ext cx="59009" cy="20628"/>
          </a:xfrm>
          <a:custGeom>
            <a:avLst/>
            <a:gdLst>
              <a:gd name="connsiteX0" fmla="*/ 0 w 59009"/>
              <a:gd name="connsiteY0" fmla="*/ 0 h 20628"/>
              <a:gd name="connsiteX1" fmla="*/ 22414 w 59009"/>
              <a:gd name="connsiteY1" fmla="*/ 6590 h 20628"/>
              <a:gd name="connsiteX2" fmla="*/ 59009 w 59009"/>
              <a:gd name="connsiteY2" fmla="*/ 20628 h 20628"/>
              <a:gd name="connsiteX3" fmla="*/ 0 w 59009"/>
              <a:gd name="connsiteY3" fmla="*/ 0 h 2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09" h="20628">
                <a:moveTo>
                  <a:pt x="0" y="0"/>
                </a:moveTo>
                <a:lnTo>
                  <a:pt x="22414" y="6590"/>
                </a:lnTo>
                <a:lnTo>
                  <a:pt x="59009" y="206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4" name="手繪多邊形: 圖案 343">
            <a:extLst>
              <a:ext uri="{FF2B5EF4-FFF2-40B4-BE49-F238E27FC236}">
                <a16:creationId xmlns:a16="http://schemas.microsoft.com/office/drawing/2014/main" id="{3FE42593-AABE-475D-A40A-B888EE8C5FE5}"/>
              </a:ext>
            </a:extLst>
          </p:cNvPr>
          <p:cNvSpPr/>
          <p:nvPr/>
        </p:nvSpPr>
        <p:spPr>
          <a:xfrm>
            <a:off x="7121759" y="2434607"/>
            <a:ext cx="145286" cy="55734"/>
          </a:xfrm>
          <a:custGeom>
            <a:avLst/>
            <a:gdLst>
              <a:gd name="connsiteX0" fmla="*/ 0 w 145286"/>
              <a:gd name="connsiteY0" fmla="*/ 0 h 55734"/>
              <a:gd name="connsiteX1" fmla="*/ 73440 w 145286"/>
              <a:gd name="connsiteY1" fmla="*/ 25673 h 55734"/>
              <a:gd name="connsiteX2" fmla="*/ 145286 w 145286"/>
              <a:gd name="connsiteY2" fmla="*/ 55734 h 55734"/>
              <a:gd name="connsiteX3" fmla="*/ 0 w 145286"/>
              <a:gd name="connsiteY3" fmla="*/ 0 h 55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286" h="55734">
                <a:moveTo>
                  <a:pt x="0" y="0"/>
                </a:moveTo>
                <a:lnTo>
                  <a:pt x="73440" y="25673"/>
                </a:lnTo>
                <a:lnTo>
                  <a:pt x="145286" y="5573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5" name="手繪多邊形: 圖案 344">
            <a:extLst>
              <a:ext uri="{FF2B5EF4-FFF2-40B4-BE49-F238E27FC236}">
                <a16:creationId xmlns:a16="http://schemas.microsoft.com/office/drawing/2014/main" id="{1F28E205-AB98-4E2D-9ED2-07E2B1FD096E}"/>
              </a:ext>
            </a:extLst>
          </p:cNvPr>
          <p:cNvSpPr/>
          <p:nvPr/>
        </p:nvSpPr>
        <p:spPr>
          <a:xfrm>
            <a:off x="5016623" y="2434609"/>
            <a:ext cx="145281" cy="55732"/>
          </a:xfrm>
          <a:custGeom>
            <a:avLst/>
            <a:gdLst>
              <a:gd name="connsiteX0" fmla="*/ 145281 w 145281"/>
              <a:gd name="connsiteY0" fmla="*/ 0 h 55732"/>
              <a:gd name="connsiteX1" fmla="*/ 0 w 145281"/>
              <a:gd name="connsiteY1" fmla="*/ 55732 h 55732"/>
              <a:gd name="connsiteX2" fmla="*/ 71845 w 145281"/>
              <a:gd name="connsiteY2" fmla="*/ 25671 h 55732"/>
              <a:gd name="connsiteX3" fmla="*/ 145281 w 145281"/>
              <a:gd name="connsiteY3" fmla="*/ 0 h 5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281" h="55732">
                <a:moveTo>
                  <a:pt x="145281" y="0"/>
                </a:moveTo>
                <a:lnTo>
                  <a:pt x="0" y="55732"/>
                </a:lnTo>
                <a:lnTo>
                  <a:pt x="71845" y="25671"/>
                </a:lnTo>
                <a:lnTo>
                  <a:pt x="14528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6" name="手繪多邊形: 圖案 345">
            <a:extLst>
              <a:ext uri="{FF2B5EF4-FFF2-40B4-BE49-F238E27FC236}">
                <a16:creationId xmlns:a16="http://schemas.microsoft.com/office/drawing/2014/main" id="{132685C0-B5E4-4391-8C2E-CA68BF05F376}"/>
              </a:ext>
            </a:extLst>
          </p:cNvPr>
          <p:cNvSpPr/>
          <p:nvPr/>
        </p:nvSpPr>
        <p:spPr>
          <a:xfrm>
            <a:off x="4959440" y="2490341"/>
            <a:ext cx="57183" cy="23926"/>
          </a:xfrm>
          <a:custGeom>
            <a:avLst/>
            <a:gdLst>
              <a:gd name="connsiteX0" fmla="*/ 57183 w 57183"/>
              <a:gd name="connsiteY0" fmla="*/ 0 h 23926"/>
              <a:gd name="connsiteX1" fmla="*/ 0 w 57183"/>
              <a:gd name="connsiteY1" fmla="*/ 23926 h 23926"/>
              <a:gd name="connsiteX2" fmla="*/ 21075 w 57183"/>
              <a:gd name="connsiteY2" fmla="*/ 13851 h 23926"/>
              <a:gd name="connsiteX3" fmla="*/ 57183 w 57183"/>
              <a:gd name="connsiteY3" fmla="*/ 0 h 23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183" h="23926">
                <a:moveTo>
                  <a:pt x="57183" y="0"/>
                </a:moveTo>
                <a:lnTo>
                  <a:pt x="0" y="23926"/>
                </a:lnTo>
                <a:lnTo>
                  <a:pt x="21075" y="13851"/>
                </a:lnTo>
                <a:lnTo>
                  <a:pt x="5718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7" name="手繪多邊形: 圖案 346">
            <a:extLst>
              <a:ext uri="{FF2B5EF4-FFF2-40B4-BE49-F238E27FC236}">
                <a16:creationId xmlns:a16="http://schemas.microsoft.com/office/drawing/2014/main" id="{E8F2CF4C-DE19-4ED9-9A16-0202225D72DE}"/>
              </a:ext>
            </a:extLst>
          </p:cNvPr>
          <p:cNvSpPr/>
          <p:nvPr/>
        </p:nvSpPr>
        <p:spPr>
          <a:xfrm>
            <a:off x="7267045" y="2490341"/>
            <a:ext cx="57182" cy="23926"/>
          </a:xfrm>
          <a:custGeom>
            <a:avLst/>
            <a:gdLst>
              <a:gd name="connsiteX0" fmla="*/ 0 w 57182"/>
              <a:gd name="connsiteY0" fmla="*/ 0 h 23926"/>
              <a:gd name="connsiteX1" fmla="*/ 36107 w 57182"/>
              <a:gd name="connsiteY1" fmla="*/ 13851 h 23926"/>
              <a:gd name="connsiteX2" fmla="*/ 57182 w 57182"/>
              <a:gd name="connsiteY2" fmla="*/ 23926 h 23926"/>
              <a:gd name="connsiteX3" fmla="*/ 0 w 57182"/>
              <a:gd name="connsiteY3" fmla="*/ 0 h 23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182" h="23926">
                <a:moveTo>
                  <a:pt x="0" y="0"/>
                </a:moveTo>
                <a:lnTo>
                  <a:pt x="36107" y="13851"/>
                </a:lnTo>
                <a:lnTo>
                  <a:pt x="57182" y="239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8" name="手繪多邊形: 圖案 347">
            <a:extLst>
              <a:ext uri="{FF2B5EF4-FFF2-40B4-BE49-F238E27FC236}">
                <a16:creationId xmlns:a16="http://schemas.microsoft.com/office/drawing/2014/main" id="{431EB32F-B08C-4037-9212-73D5F9757381}"/>
              </a:ext>
            </a:extLst>
          </p:cNvPr>
          <p:cNvSpPr/>
          <p:nvPr/>
        </p:nvSpPr>
        <p:spPr>
          <a:xfrm>
            <a:off x="4771249" y="2514267"/>
            <a:ext cx="188190" cy="89958"/>
          </a:xfrm>
          <a:custGeom>
            <a:avLst/>
            <a:gdLst>
              <a:gd name="connsiteX0" fmla="*/ 188190 w 188190"/>
              <a:gd name="connsiteY0" fmla="*/ 0 h 89958"/>
              <a:gd name="connsiteX1" fmla="*/ 0 w 188190"/>
              <a:gd name="connsiteY1" fmla="*/ 89958 h 89958"/>
              <a:gd name="connsiteX2" fmla="*/ 156100 w 188190"/>
              <a:gd name="connsiteY2" fmla="*/ 13426 h 89958"/>
              <a:gd name="connsiteX3" fmla="*/ 188190 w 188190"/>
              <a:gd name="connsiteY3" fmla="*/ 0 h 89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190" h="89958">
                <a:moveTo>
                  <a:pt x="188190" y="0"/>
                </a:moveTo>
                <a:lnTo>
                  <a:pt x="0" y="89958"/>
                </a:lnTo>
                <a:cubicBezTo>
                  <a:pt x="51160" y="62965"/>
                  <a:pt x="103212" y="37436"/>
                  <a:pt x="156100" y="13426"/>
                </a:cubicBezTo>
                <a:lnTo>
                  <a:pt x="18819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9" name="手繪多邊形: 圖案 348">
            <a:extLst>
              <a:ext uri="{FF2B5EF4-FFF2-40B4-BE49-F238E27FC236}">
                <a16:creationId xmlns:a16="http://schemas.microsoft.com/office/drawing/2014/main" id="{8D9DCBF6-C9E5-4CA6-85D3-E87A20B7F64F}"/>
              </a:ext>
            </a:extLst>
          </p:cNvPr>
          <p:cNvSpPr/>
          <p:nvPr/>
        </p:nvSpPr>
        <p:spPr>
          <a:xfrm>
            <a:off x="7324227" y="2514267"/>
            <a:ext cx="188190" cy="89958"/>
          </a:xfrm>
          <a:custGeom>
            <a:avLst/>
            <a:gdLst>
              <a:gd name="connsiteX0" fmla="*/ 0 w 188190"/>
              <a:gd name="connsiteY0" fmla="*/ 0 h 89958"/>
              <a:gd name="connsiteX1" fmla="*/ 32090 w 188190"/>
              <a:gd name="connsiteY1" fmla="*/ 13426 h 89958"/>
              <a:gd name="connsiteX2" fmla="*/ 188190 w 188190"/>
              <a:gd name="connsiteY2" fmla="*/ 89958 h 89958"/>
              <a:gd name="connsiteX3" fmla="*/ 0 w 188190"/>
              <a:gd name="connsiteY3" fmla="*/ 0 h 89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190" h="89958">
                <a:moveTo>
                  <a:pt x="0" y="0"/>
                </a:moveTo>
                <a:lnTo>
                  <a:pt x="32090" y="13426"/>
                </a:lnTo>
                <a:cubicBezTo>
                  <a:pt x="84979" y="37436"/>
                  <a:pt x="137031" y="62965"/>
                  <a:pt x="188190" y="89958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0" name="手繪多邊形: 圖案 349">
            <a:extLst>
              <a:ext uri="{FF2B5EF4-FFF2-40B4-BE49-F238E27FC236}">
                <a16:creationId xmlns:a16="http://schemas.microsoft.com/office/drawing/2014/main" id="{90BFC70E-CEB0-4F0A-9837-D286F1E769B7}"/>
              </a:ext>
            </a:extLst>
          </p:cNvPr>
          <p:cNvSpPr/>
          <p:nvPr/>
        </p:nvSpPr>
        <p:spPr>
          <a:xfrm>
            <a:off x="3294002" y="2604226"/>
            <a:ext cx="1622873" cy="2025897"/>
          </a:xfrm>
          <a:custGeom>
            <a:avLst/>
            <a:gdLst>
              <a:gd name="connsiteX0" fmla="*/ 1477248 w 1622873"/>
              <a:gd name="connsiteY0" fmla="*/ 0 h 2025897"/>
              <a:gd name="connsiteX1" fmla="*/ 1404746 w 1622873"/>
              <a:gd name="connsiteY1" fmla="*/ 41977 h 2025897"/>
              <a:gd name="connsiteX2" fmla="*/ 1622873 w 1622873"/>
              <a:gd name="connsiteY2" fmla="*/ 435585 h 2025897"/>
              <a:gd name="connsiteX3" fmla="*/ 1538774 w 1622873"/>
              <a:gd name="connsiteY3" fmla="*/ 484276 h 2025897"/>
              <a:gd name="connsiteX4" fmla="*/ 513176 w 1622873"/>
              <a:gd name="connsiteY4" fmla="*/ 1819626 h 2025897"/>
              <a:gd name="connsiteX5" fmla="*/ 460139 w 1622873"/>
              <a:gd name="connsiteY5" fmla="*/ 2025897 h 2025897"/>
              <a:gd name="connsiteX6" fmla="*/ 289135 w 1622873"/>
              <a:gd name="connsiteY6" fmla="*/ 1977337 h 2025897"/>
              <a:gd name="connsiteX7" fmla="*/ 0 w 1622873"/>
              <a:gd name="connsiteY7" fmla="*/ 1879505 h 2025897"/>
              <a:gd name="connsiteX8" fmla="*/ 38855 w 1622873"/>
              <a:gd name="connsiteY8" fmla="*/ 1728390 h 2025897"/>
              <a:gd name="connsiteX9" fmla="*/ 1477248 w 1622873"/>
              <a:gd name="connsiteY9" fmla="*/ 0 h 2025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22873" h="2025897">
                <a:moveTo>
                  <a:pt x="1477248" y="0"/>
                </a:moveTo>
                <a:lnTo>
                  <a:pt x="1404746" y="41977"/>
                </a:lnTo>
                <a:lnTo>
                  <a:pt x="1622873" y="435585"/>
                </a:lnTo>
                <a:lnTo>
                  <a:pt x="1538774" y="484276"/>
                </a:lnTo>
                <a:cubicBezTo>
                  <a:pt x="1055075" y="790287"/>
                  <a:pt x="686617" y="1261996"/>
                  <a:pt x="513176" y="1819626"/>
                </a:cubicBezTo>
                <a:lnTo>
                  <a:pt x="460139" y="2025897"/>
                </a:lnTo>
                <a:lnTo>
                  <a:pt x="289135" y="1977337"/>
                </a:lnTo>
                <a:lnTo>
                  <a:pt x="0" y="1879505"/>
                </a:lnTo>
                <a:lnTo>
                  <a:pt x="38855" y="1728390"/>
                </a:lnTo>
                <a:cubicBezTo>
                  <a:pt x="271599" y="980095"/>
                  <a:pt x="795118" y="359909"/>
                  <a:pt x="1477248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1" name="手繪多邊形: 圖案 350">
            <a:extLst>
              <a:ext uri="{FF2B5EF4-FFF2-40B4-BE49-F238E27FC236}">
                <a16:creationId xmlns:a16="http://schemas.microsoft.com/office/drawing/2014/main" id="{3E3CFF9E-5CC0-402D-B423-70541753A2FD}"/>
              </a:ext>
            </a:extLst>
          </p:cNvPr>
          <p:cNvSpPr/>
          <p:nvPr/>
        </p:nvSpPr>
        <p:spPr>
          <a:xfrm>
            <a:off x="7512417" y="2604226"/>
            <a:ext cx="95720" cy="55419"/>
          </a:xfrm>
          <a:custGeom>
            <a:avLst/>
            <a:gdLst>
              <a:gd name="connsiteX0" fmla="*/ 0 w 95720"/>
              <a:gd name="connsiteY0" fmla="*/ 0 h 55419"/>
              <a:gd name="connsiteX1" fmla="*/ 95720 w 95720"/>
              <a:gd name="connsiteY1" fmla="*/ 55419 h 55419"/>
              <a:gd name="connsiteX2" fmla="*/ 95720 w 95720"/>
              <a:gd name="connsiteY2" fmla="*/ 55419 h 55419"/>
              <a:gd name="connsiteX3" fmla="*/ 0 w 95720"/>
              <a:gd name="connsiteY3" fmla="*/ 0 h 55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720" h="55419">
                <a:moveTo>
                  <a:pt x="0" y="0"/>
                </a:moveTo>
                <a:lnTo>
                  <a:pt x="95720" y="55419"/>
                </a:lnTo>
                <a:lnTo>
                  <a:pt x="95720" y="5541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2" name="手繪多邊形: 圖案 351">
            <a:extLst>
              <a:ext uri="{FF2B5EF4-FFF2-40B4-BE49-F238E27FC236}">
                <a16:creationId xmlns:a16="http://schemas.microsoft.com/office/drawing/2014/main" id="{88A542B3-1AA1-452F-BD9A-63B6B5E05D46}"/>
              </a:ext>
            </a:extLst>
          </p:cNvPr>
          <p:cNvSpPr/>
          <p:nvPr/>
        </p:nvSpPr>
        <p:spPr>
          <a:xfrm>
            <a:off x="7385725" y="2659644"/>
            <a:ext cx="1602529" cy="1970478"/>
          </a:xfrm>
          <a:custGeom>
            <a:avLst/>
            <a:gdLst>
              <a:gd name="connsiteX0" fmla="*/ 222413 w 1602529"/>
              <a:gd name="connsiteY0" fmla="*/ 0 h 1970478"/>
              <a:gd name="connsiteX1" fmla="*/ 326442 w 1602529"/>
              <a:gd name="connsiteY1" fmla="*/ 60230 h 1970478"/>
              <a:gd name="connsiteX2" fmla="*/ 1565086 w 1602529"/>
              <a:gd name="connsiteY2" fmla="*/ 1672971 h 1970478"/>
              <a:gd name="connsiteX3" fmla="*/ 1602529 w 1602529"/>
              <a:gd name="connsiteY3" fmla="*/ 1818593 h 1970478"/>
              <a:gd name="connsiteX4" fmla="*/ 1297162 w 1602529"/>
              <a:gd name="connsiteY4" fmla="*/ 1921918 h 1970478"/>
              <a:gd name="connsiteX5" fmla="*/ 1126158 w 1602529"/>
              <a:gd name="connsiteY5" fmla="*/ 1970478 h 1970478"/>
              <a:gd name="connsiteX6" fmla="*/ 1073121 w 1602529"/>
              <a:gd name="connsiteY6" fmla="*/ 1764207 h 1970478"/>
              <a:gd name="connsiteX7" fmla="*/ 47523 w 1602529"/>
              <a:gd name="connsiteY7" fmla="*/ 428857 h 1970478"/>
              <a:gd name="connsiteX8" fmla="*/ 0 w 1602529"/>
              <a:gd name="connsiteY8" fmla="*/ 401342 h 1970478"/>
              <a:gd name="connsiteX9" fmla="*/ 222413 w 1602529"/>
              <a:gd name="connsiteY9" fmla="*/ 0 h 197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02529" h="1970478">
                <a:moveTo>
                  <a:pt x="222413" y="0"/>
                </a:moveTo>
                <a:lnTo>
                  <a:pt x="326442" y="60230"/>
                </a:lnTo>
                <a:cubicBezTo>
                  <a:pt x="910619" y="429809"/>
                  <a:pt x="1355616" y="999505"/>
                  <a:pt x="1565086" y="1672971"/>
                </a:cubicBezTo>
                <a:lnTo>
                  <a:pt x="1602529" y="1818593"/>
                </a:lnTo>
                <a:lnTo>
                  <a:pt x="1297162" y="1921918"/>
                </a:lnTo>
                <a:lnTo>
                  <a:pt x="1126158" y="1970478"/>
                </a:lnTo>
                <a:lnTo>
                  <a:pt x="1073121" y="1764207"/>
                </a:lnTo>
                <a:cubicBezTo>
                  <a:pt x="899681" y="1206577"/>
                  <a:pt x="531223" y="734868"/>
                  <a:pt x="47523" y="428857"/>
                </a:cubicBezTo>
                <a:lnTo>
                  <a:pt x="0" y="401342"/>
                </a:lnTo>
                <a:lnTo>
                  <a:pt x="22241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3" name="手繪多邊形: 圖案 352">
            <a:extLst>
              <a:ext uri="{FF2B5EF4-FFF2-40B4-BE49-F238E27FC236}">
                <a16:creationId xmlns:a16="http://schemas.microsoft.com/office/drawing/2014/main" id="{B4515E10-3376-4C5A-AEF8-2131C9FB26C9}"/>
              </a:ext>
            </a:extLst>
          </p:cNvPr>
          <p:cNvSpPr/>
          <p:nvPr/>
        </p:nvSpPr>
        <p:spPr>
          <a:xfrm>
            <a:off x="4916874" y="2712720"/>
            <a:ext cx="2468850" cy="762054"/>
          </a:xfrm>
          <a:custGeom>
            <a:avLst/>
            <a:gdLst>
              <a:gd name="connsiteX0" fmla="*/ 1216137 w 2468850"/>
              <a:gd name="connsiteY0" fmla="*/ 0 h 762054"/>
              <a:gd name="connsiteX1" fmla="*/ 1398894 w 2468850"/>
              <a:gd name="connsiteY1" fmla="*/ 7502 h 762054"/>
              <a:gd name="connsiteX2" fmla="*/ 1452314 w 2468850"/>
              <a:gd name="connsiteY2" fmla="*/ 12455 h 762054"/>
              <a:gd name="connsiteX3" fmla="*/ 1584470 w 2468850"/>
              <a:gd name="connsiteY3" fmla="*/ 28815 h 762054"/>
              <a:gd name="connsiteX4" fmla="*/ 1636674 w 2468850"/>
              <a:gd name="connsiteY4" fmla="*/ 36915 h 762054"/>
              <a:gd name="connsiteX5" fmla="*/ 1810154 w 2468850"/>
              <a:gd name="connsiteY5" fmla="*/ 72960 h 762054"/>
              <a:gd name="connsiteX6" fmla="*/ 1978665 w 2468850"/>
              <a:gd name="connsiteY6" fmla="*/ 122503 h 762054"/>
              <a:gd name="connsiteX7" fmla="*/ 2027503 w 2468850"/>
              <a:gd name="connsiteY7" fmla="*/ 139575 h 762054"/>
              <a:gd name="connsiteX8" fmla="*/ 2147815 w 2468850"/>
              <a:gd name="connsiteY8" fmla="*/ 185728 h 762054"/>
              <a:gd name="connsiteX9" fmla="*/ 2195162 w 2468850"/>
              <a:gd name="connsiteY9" fmla="*/ 205538 h 762054"/>
              <a:gd name="connsiteX10" fmla="*/ 2350982 w 2468850"/>
              <a:gd name="connsiteY10" fmla="*/ 280023 h 762054"/>
              <a:gd name="connsiteX11" fmla="*/ 2468850 w 2468850"/>
              <a:gd name="connsiteY11" fmla="*/ 348266 h 762054"/>
              <a:gd name="connsiteX12" fmla="*/ 2239540 w 2468850"/>
              <a:gd name="connsiteY12" fmla="*/ 762054 h 762054"/>
              <a:gd name="connsiteX13" fmla="*/ 2160669 w 2468850"/>
              <a:gd name="connsiteY13" fmla="*/ 716390 h 762054"/>
              <a:gd name="connsiteX14" fmla="*/ 1216137 w 2468850"/>
              <a:gd name="connsiteY14" fmla="*/ 483326 h 762054"/>
              <a:gd name="connsiteX15" fmla="*/ 271605 w 2468850"/>
              <a:gd name="connsiteY15" fmla="*/ 716390 h 762054"/>
              <a:gd name="connsiteX16" fmla="*/ 229310 w 2468850"/>
              <a:gd name="connsiteY16" fmla="*/ 740878 h 762054"/>
              <a:gd name="connsiteX17" fmla="*/ 0 w 2468850"/>
              <a:gd name="connsiteY17" fmla="*/ 327090 h 762054"/>
              <a:gd name="connsiteX18" fmla="*/ 81293 w 2468850"/>
              <a:gd name="connsiteY18" fmla="*/ 280023 h 762054"/>
              <a:gd name="connsiteX19" fmla="*/ 237106 w 2468850"/>
              <a:gd name="connsiteY19" fmla="*/ 205541 h 762054"/>
              <a:gd name="connsiteX20" fmla="*/ 284469 w 2468850"/>
              <a:gd name="connsiteY20" fmla="*/ 185724 h 762054"/>
              <a:gd name="connsiteX21" fmla="*/ 404775 w 2468850"/>
              <a:gd name="connsiteY21" fmla="*/ 139574 h 762054"/>
              <a:gd name="connsiteX22" fmla="*/ 453606 w 2468850"/>
              <a:gd name="connsiteY22" fmla="*/ 122504 h 762054"/>
              <a:gd name="connsiteX23" fmla="*/ 622120 w 2468850"/>
              <a:gd name="connsiteY23" fmla="*/ 72960 h 762054"/>
              <a:gd name="connsiteX24" fmla="*/ 795600 w 2468850"/>
              <a:gd name="connsiteY24" fmla="*/ 36915 h 762054"/>
              <a:gd name="connsiteX25" fmla="*/ 847805 w 2468850"/>
              <a:gd name="connsiteY25" fmla="*/ 28815 h 762054"/>
              <a:gd name="connsiteX26" fmla="*/ 979961 w 2468850"/>
              <a:gd name="connsiteY26" fmla="*/ 12455 h 762054"/>
              <a:gd name="connsiteX27" fmla="*/ 1033380 w 2468850"/>
              <a:gd name="connsiteY27" fmla="*/ 7502 h 762054"/>
              <a:gd name="connsiteX28" fmla="*/ 1216137 w 2468850"/>
              <a:gd name="connsiteY28" fmla="*/ 0 h 76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468850" h="762054">
                <a:moveTo>
                  <a:pt x="1216137" y="0"/>
                </a:moveTo>
                <a:lnTo>
                  <a:pt x="1398894" y="7502"/>
                </a:lnTo>
                <a:lnTo>
                  <a:pt x="1452314" y="12455"/>
                </a:lnTo>
                <a:lnTo>
                  <a:pt x="1584470" y="28815"/>
                </a:lnTo>
                <a:lnTo>
                  <a:pt x="1636674" y="36915"/>
                </a:lnTo>
                <a:lnTo>
                  <a:pt x="1810154" y="72960"/>
                </a:lnTo>
                <a:lnTo>
                  <a:pt x="1978665" y="122503"/>
                </a:lnTo>
                <a:lnTo>
                  <a:pt x="2027503" y="139575"/>
                </a:lnTo>
                <a:lnTo>
                  <a:pt x="2147815" y="185728"/>
                </a:lnTo>
                <a:lnTo>
                  <a:pt x="2195162" y="205538"/>
                </a:lnTo>
                <a:lnTo>
                  <a:pt x="2350982" y="280023"/>
                </a:lnTo>
                <a:lnTo>
                  <a:pt x="2468850" y="348266"/>
                </a:lnTo>
                <a:lnTo>
                  <a:pt x="2239540" y="762054"/>
                </a:lnTo>
                <a:lnTo>
                  <a:pt x="2160669" y="716390"/>
                </a:lnTo>
                <a:cubicBezTo>
                  <a:pt x="1878618" y="567572"/>
                  <a:pt x="1557216" y="483326"/>
                  <a:pt x="1216137" y="483326"/>
                </a:cubicBezTo>
                <a:cubicBezTo>
                  <a:pt x="875059" y="483326"/>
                  <a:pt x="553657" y="567572"/>
                  <a:pt x="271605" y="716390"/>
                </a:cubicBezTo>
                <a:lnTo>
                  <a:pt x="229310" y="740878"/>
                </a:lnTo>
                <a:lnTo>
                  <a:pt x="0" y="327090"/>
                </a:lnTo>
                <a:lnTo>
                  <a:pt x="81293" y="280023"/>
                </a:lnTo>
                <a:lnTo>
                  <a:pt x="237106" y="205541"/>
                </a:lnTo>
                <a:lnTo>
                  <a:pt x="284469" y="185724"/>
                </a:lnTo>
                <a:lnTo>
                  <a:pt x="404775" y="139574"/>
                </a:lnTo>
                <a:lnTo>
                  <a:pt x="453606" y="122504"/>
                </a:lnTo>
                <a:lnTo>
                  <a:pt x="622120" y="72960"/>
                </a:lnTo>
                <a:lnTo>
                  <a:pt x="795600" y="36915"/>
                </a:lnTo>
                <a:lnTo>
                  <a:pt x="847805" y="28815"/>
                </a:lnTo>
                <a:lnTo>
                  <a:pt x="979961" y="12455"/>
                </a:lnTo>
                <a:lnTo>
                  <a:pt x="1033380" y="7502"/>
                </a:lnTo>
                <a:lnTo>
                  <a:pt x="121613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4" name="手繪多邊形: 圖案 353">
            <a:extLst>
              <a:ext uri="{FF2B5EF4-FFF2-40B4-BE49-F238E27FC236}">
                <a16:creationId xmlns:a16="http://schemas.microsoft.com/office/drawing/2014/main" id="{D62F3518-5885-4994-80BD-584FD5EA3701}"/>
              </a:ext>
            </a:extLst>
          </p:cNvPr>
          <p:cNvSpPr/>
          <p:nvPr/>
        </p:nvSpPr>
        <p:spPr>
          <a:xfrm>
            <a:off x="6133012" y="2712720"/>
            <a:ext cx="182757" cy="7502"/>
          </a:xfrm>
          <a:custGeom>
            <a:avLst/>
            <a:gdLst>
              <a:gd name="connsiteX0" fmla="*/ 0 w 182757"/>
              <a:gd name="connsiteY0" fmla="*/ 0 h 7502"/>
              <a:gd name="connsiteX1" fmla="*/ 152521 w 182757"/>
              <a:gd name="connsiteY1" fmla="*/ 4699 h 7502"/>
              <a:gd name="connsiteX2" fmla="*/ 182757 w 182757"/>
              <a:gd name="connsiteY2" fmla="*/ 7502 h 7502"/>
              <a:gd name="connsiteX3" fmla="*/ 0 w 182757"/>
              <a:gd name="connsiteY3" fmla="*/ 0 h 7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757" h="7502">
                <a:moveTo>
                  <a:pt x="0" y="0"/>
                </a:moveTo>
                <a:cubicBezTo>
                  <a:pt x="51225" y="0"/>
                  <a:pt x="102081" y="1582"/>
                  <a:pt x="152521" y="4699"/>
                </a:cubicBezTo>
                <a:lnTo>
                  <a:pt x="182757" y="7502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5" name="手繪多邊形: 圖案 354">
            <a:extLst>
              <a:ext uri="{FF2B5EF4-FFF2-40B4-BE49-F238E27FC236}">
                <a16:creationId xmlns:a16="http://schemas.microsoft.com/office/drawing/2014/main" id="{0624270C-FAC4-4BAF-BC93-9AE2F692AEF6}"/>
              </a:ext>
            </a:extLst>
          </p:cNvPr>
          <p:cNvSpPr/>
          <p:nvPr/>
        </p:nvSpPr>
        <p:spPr>
          <a:xfrm>
            <a:off x="5950255" y="2712720"/>
            <a:ext cx="182757" cy="7502"/>
          </a:xfrm>
          <a:custGeom>
            <a:avLst/>
            <a:gdLst>
              <a:gd name="connsiteX0" fmla="*/ 182757 w 182757"/>
              <a:gd name="connsiteY0" fmla="*/ 0 h 7502"/>
              <a:gd name="connsiteX1" fmla="*/ 0 w 182757"/>
              <a:gd name="connsiteY1" fmla="*/ 7502 h 7502"/>
              <a:gd name="connsiteX2" fmla="*/ 30236 w 182757"/>
              <a:gd name="connsiteY2" fmla="*/ 4699 h 7502"/>
              <a:gd name="connsiteX3" fmla="*/ 182757 w 182757"/>
              <a:gd name="connsiteY3" fmla="*/ 0 h 7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757" h="7502">
                <a:moveTo>
                  <a:pt x="182757" y="0"/>
                </a:moveTo>
                <a:lnTo>
                  <a:pt x="0" y="7502"/>
                </a:lnTo>
                <a:lnTo>
                  <a:pt x="30236" y="4699"/>
                </a:lnTo>
                <a:cubicBezTo>
                  <a:pt x="80676" y="1582"/>
                  <a:pt x="131532" y="0"/>
                  <a:pt x="182757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手繪多邊形: 圖案 355">
            <a:extLst>
              <a:ext uri="{FF2B5EF4-FFF2-40B4-BE49-F238E27FC236}">
                <a16:creationId xmlns:a16="http://schemas.microsoft.com/office/drawing/2014/main" id="{F27F82B9-DCB8-4B8F-8C35-C63CC5AD6E06}"/>
              </a:ext>
            </a:extLst>
          </p:cNvPr>
          <p:cNvSpPr/>
          <p:nvPr/>
        </p:nvSpPr>
        <p:spPr>
          <a:xfrm>
            <a:off x="5896836" y="2720223"/>
            <a:ext cx="53419" cy="4953"/>
          </a:xfrm>
          <a:custGeom>
            <a:avLst/>
            <a:gdLst>
              <a:gd name="connsiteX0" fmla="*/ 53419 w 53419"/>
              <a:gd name="connsiteY0" fmla="*/ 0 h 4953"/>
              <a:gd name="connsiteX1" fmla="*/ 0 w 53419"/>
              <a:gd name="connsiteY1" fmla="*/ 4953 h 4953"/>
              <a:gd name="connsiteX2" fmla="*/ 33355 w 53419"/>
              <a:gd name="connsiteY2" fmla="*/ 824 h 4953"/>
              <a:gd name="connsiteX3" fmla="*/ 53419 w 53419"/>
              <a:gd name="connsiteY3" fmla="*/ 0 h 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419" h="4953">
                <a:moveTo>
                  <a:pt x="53419" y="0"/>
                </a:moveTo>
                <a:lnTo>
                  <a:pt x="0" y="4953"/>
                </a:lnTo>
                <a:lnTo>
                  <a:pt x="33355" y="824"/>
                </a:lnTo>
                <a:lnTo>
                  <a:pt x="5341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7" name="手繪多邊形: 圖案 356">
            <a:extLst>
              <a:ext uri="{FF2B5EF4-FFF2-40B4-BE49-F238E27FC236}">
                <a16:creationId xmlns:a16="http://schemas.microsoft.com/office/drawing/2014/main" id="{F17B6E49-D108-47AB-8193-D07B03D31F4C}"/>
              </a:ext>
            </a:extLst>
          </p:cNvPr>
          <p:cNvSpPr/>
          <p:nvPr/>
        </p:nvSpPr>
        <p:spPr>
          <a:xfrm>
            <a:off x="6315768" y="2720223"/>
            <a:ext cx="53420" cy="4953"/>
          </a:xfrm>
          <a:custGeom>
            <a:avLst/>
            <a:gdLst>
              <a:gd name="connsiteX0" fmla="*/ 0 w 53420"/>
              <a:gd name="connsiteY0" fmla="*/ 0 h 4953"/>
              <a:gd name="connsiteX1" fmla="*/ 20064 w 53420"/>
              <a:gd name="connsiteY1" fmla="*/ 824 h 4953"/>
              <a:gd name="connsiteX2" fmla="*/ 53420 w 53420"/>
              <a:gd name="connsiteY2" fmla="*/ 4953 h 4953"/>
              <a:gd name="connsiteX3" fmla="*/ 0 w 53420"/>
              <a:gd name="connsiteY3" fmla="*/ 0 h 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420" h="4953">
                <a:moveTo>
                  <a:pt x="0" y="0"/>
                </a:moveTo>
                <a:lnTo>
                  <a:pt x="20064" y="824"/>
                </a:lnTo>
                <a:lnTo>
                  <a:pt x="53420" y="49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8" name="手繪多邊形: 圖案 357">
            <a:extLst>
              <a:ext uri="{FF2B5EF4-FFF2-40B4-BE49-F238E27FC236}">
                <a16:creationId xmlns:a16="http://schemas.microsoft.com/office/drawing/2014/main" id="{47122789-B64E-474D-826B-CB42D1FB92CC}"/>
              </a:ext>
            </a:extLst>
          </p:cNvPr>
          <p:cNvSpPr/>
          <p:nvPr/>
        </p:nvSpPr>
        <p:spPr>
          <a:xfrm>
            <a:off x="5764679" y="2725175"/>
            <a:ext cx="132156" cy="16360"/>
          </a:xfrm>
          <a:custGeom>
            <a:avLst/>
            <a:gdLst>
              <a:gd name="connsiteX0" fmla="*/ 132156 w 132156"/>
              <a:gd name="connsiteY0" fmla="*/ 0 h 16360"/>
              <a:gd name="connsiteX1" fmla="*/ 0 w 132156"/>
              <a:gd name="connsiteY1" fmla="*/ 16360 h 16360"/>
              <a:gd name="connsiteX2" fmla="*/ 65783 w 132156"/>
              <a:gd name="connsiteY2" fmla="*/ 6154 h 16360"/>
              <a:gd name="connsiteX3" fmla="*/ 132156 w 132156"/>
              <a:gd name="connsiteY3" fmla="*/ 0 h 1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2156" h="16360">
                <a:moveTo>
                  <a:pt x="132156" y="0"/>
                </a:moveTo>
                <a:lnTo>
                  <a:pt x="0" y="16360"/>
                </a:lnTo>
                <a:lnTo>
                  <a:pt x="65783" y="6154"/>
                </a:lnTo>
                <a:lnTo>
                  <a:pt x="13215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9" name="手繪多邊形: 圖案 358">
            <a:extLst>
              <a:ext uri="{FF2B5EF4-FFF2-40B4-BE49-F238E27FC236}">
                <a16:creationId xmlns:a16="http://schemas.microsoft.com/office/drawing/2014/main" id="{CBDEE74E-9BDE-4F75-8133-460EC896D761}"/>
              </a:ext>
            </a:extLst>
          </p:cNvPr>
          <p:cNvSpPr/>
          <p:nvPr/>
        </p:nvSpPr>
        <p:spPr>
          <a:xfrm>
            <a:off x="6369188" y="2725175"/>
            <a:ext cx="132156" cy="16360"/>
          </a:xfrm>
          <a:custGeom>
            <a:avLst/>
            <a:gdLst>
              <a:gd name="connsiteX0" fmla="*/ 0 w 132156"/>
              <a:gd name="connsiteY0" fmla="*/ 0 h 16360"/>
              <a:gd name="connsiteX1" fmla="*/ 66372 w 132156"/>
              <a:gd name="connsiteY1" fmla="*/ 6154 h 16360"/>
              <a:gd name="connsiteX2" fmla="*/ 132156 w 132156"/>
              <a:gd name="connsiteY2" fmla="*/ 16360 h 16360"/>
              <a:gd name="connsiteX3" fmla="*/ 0 w 132156"/>
              <a:gd name="connsiteY3" fmla="*/ 0 h 1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2156" h="16360">
                <a:moveTo>
                  <a:pt x="0" y="0"/>
                </a:moveTo>
                <a:lnTo>
                  <a:pt x="66372" y="6154"/>
                </a:lnTo>
                <a:lnTo>
                  <a:pt x="132156" y="1636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0" name="手繪多邊形: 圖案 359">
            <a:extLst>
              <a:ext uri="{FF2B5EF4-FFF2-40B4-BE49-F238E27FC236}">
                <a16:creationId xmlns:a16="http://schemas.microsoft.com/office/drawing/2014/main" id="{3DE5D8BB-8726-4660-96C7-4D69367A14EB}"/>
              </a:ext>
            </a:extLst>
          </p:cNvPr>
          <p:cNvSpPr/>
          <p:nvPr/>
        </p:nvSpPr>
        <p:spPr>
          <a:xfrm>
            <a:off x="5712475" y="2741535"/>
            <a:ext cx="52205" cy="8100"/>
          </a:xfrm>
          <a:custGeom>
            <a:avLst/>
            <a:gdLst>
              <a:gd name="connsiteX0" fmla="*/ 52205 w 52205"/>
              <a:gd name="connsiteY0" fmla="*/ 0 h 8100"/>
              <a:gd name="connsiteX1" fmla="*/ 0 w 52205"/>
              <a:gd name="connsiteY1" fmla="*/ 8100 h 8100"/>
              <a:gd name="connsiteX2" fmla="*/ 19491 w 52205"/>
              <a:gd name="connsiteY2" fmla="*/ 4050 h 8100"/>
              <a:gd name="connsiteX3" fmla="*/ 52205 w 52205"/>
              <a:gd name="connsiteY3" fmla="*/ 0 h 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205" h="8100">
                <a:moveTo>
                  <a:pt x="52205" y="0"/>
                </a:moveTo>
                <a:lnTo>
                  <a:pt x="0" y="8100"/>
                </a:lnTo>
                <a:lnTo>
                  <a:pt x="19491" y="4050"/>
                </a:lnTo>
                <a:lnTo>
                  <a:pt x="5220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1" name="手繪多邊形: 圖案 360">
            <a:extLst>
              <a:ext uri="{FF2B5EF4-FFF2-40B4-BE49-F238E27FC236}">
                <a16:creationId xmlns:a16="http://schemas.microsoft.com/office/drawing/2014/main" id="{98E30A4D-06D3-4CAC-9E8B-1B0DBD5C5D4E}"/>
              </a:ext>
            </a:extLst>
          </p:cNvPr>
          <p:cNvSpPr/>
          <p:nvPr/>
        </p:nvSpPr>
        <p:spPr>
          <a:xfrm>
            <a:off x="6501344" y="2741535"/>
            <a:ext cx="52204" cy="8100"/>
          </a:xfrm>
          <a:custGeom>
            <a:avLst/>
            <a:gdLst>
              <a:gd name="connsiteX0" fmla="*/ 0 w 52204"/>
              <a:gd name="connsiteY0" fmla="*/ 0 h 8100"/>
              <a:gd name="connsiteX1" fmla="*/ 32713 w 52204"/>
              <a:gd name="connsiteY1" fmla="*/ 4050 h 8100"/>
              <a:gd name="connsiteX2" fmla="*/ 52204 w 52204"/>
              <a:gd name="connsiteY2" fmla="*/ 8100 h 8100"/>
              <a:gd name="connsiteX3" fmla="*/ 0 w 52204"/>
              <a:gd name="connsiteY3" fmla="*/ 0 h 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204" h="8100">
                <a:moveTo>
                  <a:pt x="0" y="0"/>
                </a:moveTo>
                <a:lnTo>
                  <a:pt x="32713" y="4050"/>
                </a:lnTo>
                <a:lnTo>
                  <a:pt x="52204" y="81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2" name="手繪多邊形: 圖案 361">
            <a:extLst>
              <a:ext uri="{FF2B5EF4-FFF2-40B4-BE49-F238E27FC236}">
                <a16:creationId xmlns:a16="http://schemas.microsoft.com/office/drawing/2014/main" id="{9F4411C5-4782-41FD-B720-FFA9D5EFBFA7}"/>
              </a:ext>
            </a:extLst>
          </p:cNvPr>
          <p:cNvSpPr/>
          <p:nvPr/>
        </p:nvSpPr>
        <p:spPr>
          <a:xfrm>
            <a:off x="5538994" y="2749636"/>
            <a:ext cx="173480" cy="36045"/>
          </a:xfrm>
          <a:custGeom>
            <a:avLst/>
            <a:gdLst>
              <a:gd name="connsiteX0" fmla="*/ 173480 w 173480"/>
              <a:gd name="connsiteY0" fmla="*/ 0 h 36045"/>
              <a:gd name="connsiteX1" fmla="*/ 0 w 173480"/>
              <a:gd name="connsiteY1" fmla="*/ 36045 h 36045"/>
              <a:gd name="connsiteX2" fmla="*/ 144210 w 173480"/>
              <a:gd name="connsiteY2" fmla="*/ 4541 h 36045"/>
              <a:gd name="connsiteX3" fmla="*/ 173480 w 173480"/>
              <a:gd name="connsiteY3" fmla="*/ 0 h 36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80" h="36045">
                <a:moveTo>
                  <a:pt x="173480" y="0"/>
                </a:moveTo>
                <a:lnTo>
                  <a:pt x="0" y="36045"/>
                </a:lnTo>
                <a:cubicBezTo>
                  <a:pt x="47532" y="24132"/>
                  <a:pt x="95617" y="13615"/>
                  <a:pt x="144210" y="4541"/>
                </a:cubicBezTo>
                <a:lnTo>
                  <a:pt x="17348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3" name="手繪多邊形: 圖案 362">
            <a:extLst>
              <a:ext uri="{FF2B5EF4-FFF2-40B4-BE49-F238E27FC236}">
                <a16:creationId xmlns:a16="http://schemas.microsoft.com/office/drawing/2014/main" id="{32A82659-1DC7-466D-B3DB-6E296AF1A219}"/>
              </a:ext>
            </a:extLst>
          </p:cNvPr>
          <p:cNvSpPr/>
          <p:nvPr/>
        </p:nvSpPr>
        <p:spPr>
          <a:xfrm>
            <a:off x="6553549" y="2749635"/>
            <a:ext cx="341991" cy="85588"/>
          </a:xfrm>
          <a:custGeom>
            <a:avLst/>
            <a:gdLst>
              <a:gd name="connsiteX0" fmla="*/ 0 w 341991"/>
              <a:gd name="connsiteY0" fmla="*/ 0 h 85588"/>
              <a:gd name="connsiteX1" fmla="*/ 29270 w 341991"/>
              <a:gd name="connsiteY1" fmla="*/ 4541 h 85588"/>
              <a:gd name="connsiteX2" fmla="*/ 314366 w 341991"/>
              <a:gd name="connsiteY2" fmla="*/ 75931 h 85588"/>
              <a:gd name="connsiteX3" fmla="*/ 341991 w 341991"/>
              <a:gd name="connsiteY3" fmla="*/ 85588 h 85588"/>
              <a:gd name="connsiteX4" fmla="*/ 173480 w 341991"/>
              <a:gd name="connsiteY4" fmla="*/ 36045 h 85588"/>
              <a:gd name="connsiteX5" fmla="*/ 0 w 341991"/>
              <a:gd name="connsiteY5" fmla="*/ 0 h 85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1991" h="85588">
                <a:moveTo>
                  <a:pt x="0" y="0"/>
                </a:moveTo>
                <a:lnTo>
                  <a:pt x="29270" y="4541"/>
                </a:lnTo>
                <a:cubicBezTo>
                  <a:pt x="126457" y="22689"/>
                  <a:pt x="221612" y="46609"/>
                  <a:pt x="314366" y="75931"/>
                </a:cubicBezTo>
                <a:lnTo>
                  <a:pt x="341991" y="85588"/>
                </a:lnTo>
                <a:lnTo>
                  <a:pt x="173480" y="3604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4" name="手繪多邊形: 圖案 363">
            <a:extLst>
              <a:ext uri="{FF2B5EF4-FFF2-40B4-BE49-F238E27FC236}">
                <a16:creationId xmlns:a16="http://schemas.microsoft.com/office/drawing/2014/main" id="{1D6EA416-C0E5-4DDC-9AAC-9C10328587E3}"/>
              </a:ext>
            </a:extLst>
          </p:cNvPr>
          <p:cNvSpPr/>
          <p:nvPr/>
        </p:nvSpPr>
        <p:spPr>
          <a:xfrm>
            <a:off x="5370480" y="2785680"/>
            <a:ext cx="168514" cy="49544"/>
          </a:xfrm>
          <a:custGeom>
            <a:avLst/>
            <a:gdLst>
              <a:gd name="connsiteX0" fmla="*/ 168514 w 168514"/>
              <a:gd name="connsiteY0" fmla="*/ 0 h 49544"/>
              <a:gd name="connsiteX1" fmla="*/ 0 w 168514"/>
              <a:gd name="connsiteY1" fmla="*/ 49544 h 49544"/>
              <a:gd name="connsiteX2" fmla="*/ 27628 w 168514"/>
              <a:gd name="connsiteY2" fmla="*/ 39886 h 49544"/>
              <a:gd name="connsiteX3" fmla="*/ 168514 w 168514"/>
              <a:gd name="connsiteY3" fmla="*/ 0 h 49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8514" h="49544">
                <a:moveTo>
                  <a:pt x="168514" y="0"/>
                </a:moveTo>
                <a:lnTo>
                  <a:pt x="0" y="49544"/>
                </a:lnTo>
                <a:lnTo>
                  <a:pt x="27628" y="39886"/>
                </a:lnTo>
                <a:cubicBezTo>
                  <a:pt x="74006" y="25225"/>
                  <a:pt x="120983" y="11914"/>
                  <a:pt x="168514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5" name="手繪多邊形: 圖案 364">
            <a:extLst>
              <a:ext uri="{FF2B5EF4-FFF2-40B4-BE49-F238E27FC236}">
                <a16:creationId xmlns:a16="http://schemas.microsoft.com/office/drawing/2014/main" id="{2F09229A-D8AE-4A9E-BDA7-E039DF4FFFD5}"/>
              </a:ext>
            </a:extLst>
          </p:cNvPr>
          <p:cNvSpPr/>
          <p:nvPr/>
        </p:nvSpPr>
        <p:spPr>
          <a:xfrm>
            <a:off x="6895539" y="2835223"/>
            <a:ext cx="48838" cy="17072"/>
          </a:xfrm>
          <a:custGeom>
            <a:avLst/>
            <a:gdLst>
              <a:gd name="connsiteX0" fmla="*/ 0 w 48838"/>
              <a:gd name="connsiteY0" fmla="*/ 0 h 17072"/>
              <a:gd name="connsiteX1" fmla="*/ 18551 w 48838"/>
              <a:gd name="connsiteY1" fmla="*/ 5454 h 17072"/>
              <a:gd name="connsiteX2" fmla="*/ 48838 w 48838"/>
              <a:gd name="connsiteY2" fmla="*/ 17072 h 17072"/>
              <a:gd name="connsiteX3" fmla="*/ 0 w 48838"/>
              <a:gd name="connsiteY3" fmla="*/ 0 h 17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838" h="17072">
                <a:moveTo>
                  <a:pt x="0" y="0"/>
                </a:moveTo>
                <a:lnTo>
                  <a:pt x="18551" y="5454"/>
                </a:lnTo>
                <a:lnTo>
                  <a:pt x="48838" y="170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6" name="手繪多邊形: 圖案 365">
            <a:extLst>
              <a:ext uri="{FF2B5EF4-FFF2-40B4-BE49-F238E27FC236}">
                <a16:creationId xmlns:a16="http://schemas.microsoft.com/office/drawing/2014/main" id="{FA29FB79-B3A1-4C20-BCEA-15A1F2853246}"/>
              </a:ext>
            </a:extLst>
          </p:cNvPr>
          <p:cNvSpPr/>
          <p:nvPr/>
        </p:nvSpPr>
        <p:spPr>
          <a:xfrm>
            <a:off x="5321650" y="2835224"/>
            <a:ext cx="48831" cy="17070"/>
          </a:xfrm>
          <a:custGeom>
            <a:avLst/>
            <a:gdLst>
              <a:gd name="connsiteX0" fmla="*/ 48831 w 48831"/>
              <a:gd name="connsiteY0" fmla="*/ 0 h 17070"/>
              <a:gd name="connsiteX1" fmla="*/ 0 w 48831"/>
              <a:gd name="connsiteY1" fmla="*/ 17070 h 17070"/>
              <a:gd name="connsiteX2" fmla="*/ 30284 w 48831"/>
              <a:gd name="connsiteY2" fmla="*/ 5453 h 17070"/>
              <a:gd name="connsiteX3" fmla="*/ 48831 w 48831"/>
              <a:gd name="connsiteY3" fmla="*/ 0 h 17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831" h="17070">
                <a:moveTo>
                  <a:pt x="48831" y="0"/>
                </a:moveTo>
                <a:lnTo>
                  <a:pt x="0" y="17070"/>
                </a:lnTo>
                <a:lnTo>
                  <a:pt x="30284" y="5453"/>
                </a:lnTo>
                <a:lnTo>
                  <a:pt x="4883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7" name="手繪多邊形: 圖案 366">
            <a:extLst>
              <a:ext uri="{FF2B5EF4-FFF2-40B4-BE49-F238E27FC236}">
                <a16:creationId xmlns:a16="http://schemas.microsoft.com/office/drawing/2014/main" id="{1B3D29E2-68A7-4B42-8F47-45DCCF46917D}"/>
              </a:ext>
            </a:extLst>
          </p:cNvPr>
          <p:cNvSpPr/>
          <p:nvPr/>
        </p:nvSpPr>
        <p:spPr>
          <a:xfrm>
            <a:off x="5201343" y="2852294"/>
            <a:ext cx="120306" cy="46150"/>
          </a:xfrm>
          <a:custGeom>
            <a:avLst/>
            <a:gdLst>
              <a:gd name="connsiteX0" fmla="*/ 120306 w 120306"/>
              <a:gd name="connsiteY0" fmla="*/ 0 h 46150"/>
              <a:gd name="connsiteX1" fmla="*/ 0 w 120306"/>
              <a:gd name="connsiteY1" fmla="*/ 46150 h 46150"/>
              <a:gd name="connsiteX2" fmla="*/ 59481 w 120306"/>
              <a:gd name="connsiteY2" fmla="*/ 21263 h 46150"/>
              <a:gd name="connsiteX3" fmla="*/ 120306 w 120306"/>
              <a:gd name="connsiteY3" fmla="*/ 0 h 46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306" h="46150">
                <a:moveTo>
                  <a:pt x="120306" y="0"/>
                </a:moveTo>
                <a:lnTo>
                  <a:pt x="0" y="46150"/>
                </a:lnTo>
                <a:lnTo>
                  <a:pt x="59481" y="21263"/>
                </a:lnTo>
                <a:lnTo>
                  <a:pt x="12030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8" name="手繪多邊形: 圖案 367">
            <a:extLst>
              <a:ext uri="{FF2B5EF4-FFF2-40B4-BE49-F238E27FC236}">
                <a16:creationId xmlns:a16="http://schemas.microsoft.com/office/drawing/2014/main" id="{75F8CFCD-1165-44D6-9F8D-573160E01F2E}"/>
              </a:ext>
            </a:extLst>
          </p:cNvPr>
          <p:cNvSpPr/>
          <p:nvPr/>
        </p:nvSpPr>
        <p:spPr>
          <a:xfrm>
            <a:off x="6944377" y="2852296"/>
            <a:ext cx="120312" cy="46153"/>
          </a:xfrm>
          <a:custGeom>
            <a:avLst/>
            <a:gdLst>
              <a:gd name="connsiteX0" fmla="*/ 0 w 120312"/>
              <a:gd name="connsiteY0" fmla="*/ 0 h 46153"/>
              <a:gd name="connsiteX1" fmla="*/ 60822 w 120312"/>
              <a:gd name="connsiteY1" fmla="*/ 21262 h 46153"/>
              <a:gd name="connsiteX2" fmla="*/ 120312 w 120312"/>
              <a:gd name="connsiteY2" fmla="*/ 46153 h 46153"/>
              <a:gd name="connsiteX3" fmla="*/ 0 w 120312"/>
              <a:gd name="connsiteY3" fmla="*/ 0 h 46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312" h="46153">
                <a:moveTo>
                  <a:pt x="0" y="0"/>
                </a:moveTo>
                <a:lnTo>
                  <a:pt x="60822" y="21262"/>
                </a:lnTo>
                <a:lnTo>
                  <a:pt x="120312" y="461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9" name="手繪多邊形: 圖案 368">
            <a:extLst>
              <a:ext uri="{FF2B5EF4-FFF2-40B4-BE49-F238E27FC236}">
                <a16:creationId xmlns:a16="http://schemas.microsoft.com/office/drawing/2014/main" id="{786A303F-DF75-435F-9B3B-9FCC67D42E38}"/>
              </a:ext>
            </a:extLst>
          </p:cNvPr>
          <p:cNvSpPr/>
          <p:nvPr/>
        </p:nvSpPr>
        <p:spPr>
          <a:xfrm>
            <a:off x="5153981" y="2898445"/>
            <a:ext cx="47363" cy="19817"/>
          </a:xfrm>
          <a:custGeom>
            <a:avLst/>
            <a:gdLst>
              <a:gd name="connsiteX0" fmla="*/ 47363 w 47363"/>
              <a:gd name="connsiteY0" fmla="*/ 0 h 19817"/>
              <a:gd name="connsiteX1" fmla="*/ 0 w 47363"/>
              <a:gd name="connsiteY1" fmla="*/ 19817 h 19817"/>
              <a:gd name="connsiteX2" fmla="*/ 17458 w 47363"/>
              <a:gd name="connsiteY2" fmla="*/ 11472 h 19817"/>
              <a:gd name="connsiteX3" fmla="*/ 47363 w 47363"/>
              <a:gd name="connsiteY3" fmla="*/ 0 h 1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363" h="19817">
                <a:moveTo>
                  <a:pt x="47363" y="0"/>
                </a:moveTo>
                <a:lnTo>
                  <a:pt x="0" y="19817"/>
                </a:lnTo>
                <a:lnTo>
                  <a:pt x="17458" y="11472"/>
                </a:lnTo>
                <a:lnTo>
                  <a:pt x="4736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0" name="手繪多邊形: 圖案 369">
            <a:extLst>
              <a:ext uri="{FF2B5EF4-FFF2-40B4-BE49-F238E27FC236}">
                <a16:creationId xmlns:a16="http://schemas.microsoft.com/office/drawing/2014/main" id="{89B6EC2D-EAC1-4E8E-B1B9-A3CA933D740E}"/>
              </a:ext>
            </a:extLst>
          </p:cNvPr>
          <p:cNvSpPr/>
          <p:nvPr/>
        </p:nvSpPr>
        <p:spPr>
          <a:xfrm>
            <a:off x="7064690" y="2898448"/>
            <a:ext cx="47347" cy="19810"/>
          </a:xfrm>
          <a:custGeom>
            <a:avLst/>
            <a:gdLst>
              <a:gd name="connsiteX0" fmla="*/ 0 w 47347"/>
              <a:gd name="connsiteY0" fmla="*/ 0 h 19810"/>
              <a:gd name="connsiteX1" fmla="*/ 29895 w 47347"/>
              <a:gd name="connsiteY1" fmla="*/ 11468 h 19810"/>
              <a:gd name="connsiteX2" fmla="*/ 47347 w 47347"/>
              <a:gd name="connsiteY2" fmla="*/ 19810 h 19810"/>
              <a:gd name="connsiteX3" fmla="*/ 0 w 47347"/>
              <a:gd name="connsiteY3" fmla="*/ 0 h 1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347" h="19810">
                <a:moveTo>
                  <a:pt x="0" y="0"/>
                </a:moveTo>
                <a:lnTo>
                  <a:pt x="29895" y="11468"/>
                </a:lnTo>
                <a:lnTo>
                  <a:pt x="47347" y="198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1" name="手繪多邊形: 圖案 370">
            <a:extLst>
              <a:ext uri="{FF2B5EF4-FFF2-40B4-BE49-F238E27FC236}">
                <a16:creationId xmlns:a16="http://schemas.microsoft.com/office/drawing/2014/main" id="{E9B02754-03F3-4848-BF6C-F63CA04979C3}"/>
              </a:ext>
            </a:extLst>
          </p:cNvPr>
          <p:cNvSpPr/>
          <p:nvPr/>
        </p:nvSpPr>
        <p:spPr>
          <a:xfrm>
            <a:off x="7112036" y="2918259"/>
            <a:ext cx="155820" cy="74485"/>
          </a:xfrm>
          <a:custGeom>
            <a:avLst/>
            <a:gdLst>
              <a:gd name="connsiteX0" fmla="*/ 0 w 155820"/>
              <a:gd name="connsiteY0" fmla="*/ 0 h 74485"/>
              <a:gd name="connsiteX1" fmla="*/ 26569 w 155820"/>
              <a:gd name="connsiteY1" fmla="*/ 11117 h 74485"/>
              <a:gd name="connsiteX2" fmla="*/ 155820 w 155820"/>
              <a:gd name="connsiteY2" fmla="*/ 74485 h 74485"/>
              <a:gd name="connsiteX3" fmla="*/ 0 w 155820"/>
              <a:gd name="connsiteY3" fmla="*/ 0 h 74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820" h="74485">
                <a:moveTo>
                  <a:pt x="0" y="0"/>
                </a:moveTo>
                <a:lnTo>
                  <a:pt x="26569" y="11117"/>
                </a:lnTo>
                <a:cubicBezTo>
                  <a:pt x="70361" y="30997"/>
                  <a:pt x="113460" y="52135"/>
                  <a:pt x="155820" y="74485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2" name="手繪多邊形: 圖案 371">
            <a:extLst>
              <a:ext uri="{FF2B5EF4-FFF2-40B4-BE49-F238E27FC236}">
                <a16:creationId xmlns:a16="http://schemas.microsoft.com/office/drawing/2014/main" id="{B9E8C7DA-37D1-426F-8145-5DB5FB186B78}"/>
              </a:ext>
            </a:extLst>
          </p:cNvPr>
          <p:cNvSpPr/>
          <p:nvPr/>
        </p:nvSpPr>
        <p:spPr>
          <a:xfrm>
            <a:off x="4998168" y="2918261"/>
            <a:ext cx="155813" cy="74482"/>
          </a:xfrm>
          <a:custGeom>
            <a:avLst/>
            <a:gdLst>
              <a:gd name="connsiteX0" fmla="*/ 155813 w 155813"/>
              <a:gd name="connsiteY0" fmla="*/ 0 h 74482"/>
              <a:gd name="connsiteX1" fmla="*/ 0 w 155813"/>
              <a:gd name="connsiteY1" fmla="*/ 74482 h 74482"/>
              <a:gd name="connsiteX2" fmla="*/ 129251 w 155813"/>
              <a:gd name="connsiteY2" fmla="*/ 11114 h 74482"/>
              <a:gd name="connsiteX3" fmla="*/ 155813 w 155813"/>
              <a:gd name="connsiteY3" fmla="*/ 0 h 74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813" h="74482">
                <a:moveTo>
                  <a:pt x="155813" y="0"/>
                </a:moveTo>
                <a:lnTo>
                  <a:pt x="0" y="74482"/>
                </a:lnTo>
                <a:cubicBezTo>
                  <a:pt x="42360" y="52132"/>
                  <a:pt x="85459" y="30994"/>
                  <a:pt x="129251" y="11114"/>
                </a:cubicBezTo>
                <a:lnTo>
                  <a:pt x="15581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3" name="手繪多邊形: 圖案 372">
            <a:extLst>
              <a:ext uri="{FF2B5EF4-FFF2-40B4-BE49-F238E27FC236}">
                <a16:creationId xmlns:a16="http://schemas.microsoft.com/office/drawing/2014/main" id="{46E70CDD-3937-4B67-84D6-7D0FA248B781}"/>
              </a:ext>
            </a:extLst>
          </p:cNvPr>
          <p:cNvSpPr/>
          <p:nvPr/>
        </p:nvSpPr>
        <p:spPr>
          <a:xfrm>
            <a:off x="3754140" y="2992744"/>
            <a:ext cx="1392044" cy="1745197"/>
          </a:xfrm>
          <a:custGeom>
            <a:avLst/>
            <a:gdLst>
              <a:gd name="connsiteX0" fmla="*/ 1244027 w 1392044"/>
              <a:gd name="connsiteY0" fmla="*/ 0 h 1745197"/>
              <a:gd name="connsiteX1" fmla="*/ 1162734 w 1392044"/>
              <a:gd name="connsiteY1" fmla="*/ 47067 h 1745197"/>
              <a:gd name="connsiteX2" fmla="*/ 1392044 w 1392044"/>
              <a:gd name="connsiteY2" fmla="*/ 460855 h 1745197"/>
              <a:gd name="connsiteX3" fmla="*/ 1296684 w 1392044"/>
              <a:gd name="connsiteY3" fmla="*/ 516066 h 1745197"/>
              <a:gd name="connsiteX4" fmla="*/ 443077 w 1392044"/>
              <a:gd name="connsiteY4" fmla="*/ 1627479 h 1745197"/>
              <a:gd name="connsiteX5" fmla="*/ 412809 w 1392044"/>
              <a:gd name="connsiteY5" fmla="*/ 1745197 h 1745197"/>
              <a:gd name="connsiteX6" fmla="*/ 235902 w 1392044"/>
              <a:gd name="connsiteY6" fmla="*/ 1704367 h 1745197"/>
              <a:gd name="connsiteX7" fmla="*/ 0 w 1392044"/>
              <a:gd name="connsiteY7" fmla="*/ 1637379 h 1745197"/>
              <a:gd name="connsiteX8" fmla="*/ 53037 w 1392044"/>
              <a:gd name="connsiteY8" fmla="*/ 1431108 h 1745197"/>
              <a:gd name="connsiteX9" fmla="*/ 1244027 w 1392044"/>
              <a:gd name="connsiteY9" fmla="*/ 0 h 1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92044" h="1745197">
                <a:moveTo>
                  <a:pt x="1244027" y="0"/>
                </a:moveTo>
                <a:lnTo>
                  <a:pt x="1162734" y="47067"/>
                </a:lnTo>
                <a:lnTo>
                  <a:pt x="1392044" y="460855"/>
                </a:lnTo>
                <a:lnTo>
                  <a:pt x="1296684" y="516066"/>
                </a:lnTo>
                <a:cubicBezTo>
                  <a:pt x="894100" y="770759"/>
                  <a:pt x="587432" y="1163363"/>
                  <a:pt x="443077" y="1627479"/>
                </a:cubicBezTo>
                <a:lnTo>
                  <a:pt x="412809" y="1745197"/>
                </a:lnTo>
                <a:lnTo>
                  <a:pt x="235902" y="1704367"/>
                </a:lnTo>
                <a:lnTo>
                  <a:pt x="0" y="1637379"/>
                </a:lnTo>
                <a:lnTo>
                  <a:pt x="53037" y="1431108"/>
                </a:lnTo>
                <a:cubicBezTo>
                  <a:pt x="245749" y="811519"/>
                  <a:pt x="679223" y="298006"/>
                  <a:pt x="1244027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4" name="手繪多邊形: 圖案 373">
            <a:extLst>
              <a:ext uri="{FF2B5EF4-FFF2-40B4-BE49-F238E27FC236}">
                <a16:creationId xmlns:a16="http://schemas.microsoft.com/office/drawing/2014/main" id="{0CBAE87C-41F0-4BAE-A14D-6079AB1B0E79}"/>
              </a:ext>
            </a:extLst>
          </p:cNvPr>
          <p:cNvSpPr/>
          <p:nvPr/>
        </p:nvSpPr>
        <p:spPr>
          <a:xfrm>
            <a:off x="7267856" y="2992744"/>
            <a:ext cx="117868" cy="68243"/>
          </a:xfrm>
          <a:custGeom>
            <a:avLst/>
            <a:gdLst>
              <a:gd name="connsiteX0" fmla="*/ 0 w 117868"/>
              <a:gd name="connsiteY0" fmla="*/ 0 h 68243"/>
              <a:gd name="connsiteX1" fmla="*/ 117868 w 117868"/>
              <a:gd name="connsiteY1" fmla="*/ 68243 h 68243"/>
              <a:gd name="connsiteX2" fmla="*/ 117868 w 117868"/>
              <a:gd name="connsiteY2" fmla="*/ 68243 h 68243"/>
              <a:gd name="connsiteX3" fmla="*/ 0 w 117868"/>
              <a:gd name="connsiteY3" fmla="*/ 0 h 68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868" h="68243">
                <a:moveTo>
                  <a:pt x="0" y="0"/>
                </a:moveTo>
                <a:lnTo>
                  <a:pt x="117868" y="68243"/>
                </a:lnTo>
                <a:lnTo>
                  <a:pt x="117868" y="6824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5" name="手繪多邊形: 圖案 374">
            <a:extLst>
              <a:ext uri="{FF2B5EF4-FFF2-40B4-BE49-F238E27FC236}">
                <a16:creationId xmlns:a16="http://schemas.microsoft.com/office/drawing/2014/main" id="{E96DCF01-8403-491B-9D96-0DEC981A27BF}"/>
              </a:ext>
            </a:extLst>
          </p:cNvPr>
          <p:cNvSpPr/>
          <p:nvPr/>
        </p:nvSpPr>
        <p:spPr>
          <a:xfrm>
            <a:off x="7156414" y="3060986"/>
            <a:ext cx="1355468" cy="1676954"/>
          </a:xfrm>
          <a:custGeom>
            <a:avLst/>
            <a:gdLst>
              <a:gd name="connsiteX0" fmla="*/ 229310 w 1355468"/>
              <a:gd name="connsiteY0" fmla="*/ 0 h 1676954"/>
              <a:gd name="connsiteX1" fmla="*/ 276833 w 1355468"/>
              <a:gd name="connsiteY1" fmla="*/ 27515 h 1676954"/>
              <a:gd name="connsiteX2" fmla="*/ 1302431 w 1355468"/>
              <a:gd name="connsiteY2" fmla="*/ 1362865 h 1676954"/>
              <a:gd name="connsiteX3" fmla="*/ 1355468 w 1355468"/>
              <a:gd name="connsiteY3" fmla="*/ 1569136 h 1676954"/>
              <a:gd name="connsiteX4" fmla="*/ 1119566 w 1355468"/>
              <a:gd name="connsiteY4" fmla="*/ 1636124 h 1676954"/>
              <a:gd name="connsiteX5" fmla="*/ 942659 w 1355468"/>
              <a:gd name="connsiteY5" fmla="*/ 1676954 h 1676954"/>
              <a:gd name="connsiteX6" fmla="*/ 912391 w 1355468"/>
              <a:gd name="connsiteY6" fmla="*/ 1559236 h 1676954"/>
              <a:gd name="connsiteX7" fmla="*/ 58785 w 1355468"/>
              <a:gd name="connsiteY7" fmla="*/ 447823 h 1676954"/>
              <a:gd name="connsiteX8" fmla="*/ 0 w 1355468"/>
              <a:gd name="connsiteY8" fmla="*/ 413788 h 1676954"/>
              <a:gd name="connsiteX9" fmla="*/ 229310 w 1355468"/>
              <a:gd name="connsiteY9" fmla="*/ 0 h 1676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55468" h="1676954">
                <a:moveTo>
                  <a:pt x="229310" y="0"/>
                </a:moveTo>
                <a:lnTo>
                  <a:pt x="276833" y="27515"/>
                </a:lnTo>
                <a:cubicBezTo>
                  <a:pt x="760533" y="333526"/>
                  <a:pt x="1128991" y="805235"/>
                  <a:pt x="1302431" y="1362865"/>
                </a:cubicBezTo>
                <a:lnTo>
                  <a:pt x="1355468" y="1569136"/>
                </a:lnTo>
                <a:lnTo>
                  <a:pt x="1119566" y="1636124"/>
                </a:lnTo>
                <a:lnTo>
                  <a:pt x="942659" y="1676954"/>
                </a:lnTo>
                <a:lnTo>
                  <a:pt x="912391" y="1559236"/>
                </a:lnTo>
                <a:cubicBezTo>
                  <a:pt x="768036" y="1095120"/>
                  <a:pt x="461368" y="702516"/>
                  <a:pt x="58785" y="447823"/>
                </a:cubicBezTo>
                <a:lnTo>
                  <a:pt x="0" y="413788"/>
                </a:lnTo>
                <a:lnTo>
                  <a:pt x="22931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6" name="手繪多邊形: 圖案 375">
            <a:extLst>
              <a:ext uri="{FF2B5EF4-FFF2-40B4-BE49-F238E27FC236}">
                <a16:creationId xmlns:a16="http://schemas.microsoft.com/office/drawing/2014/main" id="{585E6BBF-5195-4127-A2D7-F737C9149629}"/>
              </a:ext>
            </a:extLst>
          </p:cNvPr>
          <p:cNvSpPr/>
          <p:nvPr/>
        </p:nvSpPr>
        <p:spPr>
          <a:xfrm>
            <a:off x="5146184" y="3196046"/>
            <a:ext cx="2010230" cy="665376"/>
          </a:xfrm>
          <a:custGeom>
            <a:avLst/>
            <a:gdLst>
              <a:gd name="connsiteX0" fmla="*/ 986827 w 2010230"/>
              <a:gd name="connsiteY0" fmla="*/ 0 h 665376"/>
              <a:gd name="connsiteX1" fmla="*/ 1138920 w 2010230"/>
              <a:gd name="connsiteY1" fmla="*/ 6243 h 665376"/>
              <a:gd name="connsiteX2" fmla="*/ 1183435 w 2010230"/>
              <a:gd name="connsiteY2" fmla="*/ 10370 h 665376"/>
              <a:gd name="connsiteX3" fmla="*/ 1266008 w 2010230"/>
              <a:gd name="connsiteY3" fmla="*/ 20593 h 665376"/>
              <a:gd name="connsiteX4" fmla="*/ 1481220 w 2010230"/>
              <a:gd name="connsiteY4" fmla="*/ 60723 h 665376"/>
              <a:gd name="connsiteX5" fmla="*/ 1481228 w 2010230"/>
              <a:gd name="connsiteY5" fmla="*/ 60725 h 665376"/>
              <a:gd name="connsiteX6" fmla="*/ 1481243 w 2010230"/>
              <a:gd name="connsiteY6" fmla="*/ 60729 h 665376"/>
              <a:gd name="connsiteX7" fmla="*/ 1687296 w 2010230"/>
              <a:gd name="connsiteY7" fmla="*/ 125824 h 665376"/>
              <a:gd name="connsiteX8" fmla="*/ 1737311 w 2010230"/>
              <a:gd name="connsiteY8" fmla="*/ 145010 h 665376"/>
              <a:gd name="connsiteX9" fmla="*/ 1931359 w 2010230"/>
              <a:gd name="connsiteY9" fmla="*/ 233064 h 665376"/>
              <a:gd name="connsiteX10" fmla="*/ 2010230 w 2010230"/>
              <a:gd name="connsiteY10" fmla="*/ 278728 h 665376"/>
              <a:gd name="connsiteX11" fmla="*/ 1795961 w 2010230"/>
              <a:gd name="connsiteY11" fmla="*/ 665376 h 665376"/>
              <a:gd name="connsiteX12" fmla="*/ 1713767 w 2010230"/>
              <a:gd name="connsiteY12" fmla="*/ 617788 h 665376"/>
              <a:gd name="connsiteX13" fmla="*/ 1003973 w 2010230"/>
              <a:gd name="connsiteY13" fmla="*/ 442646 h 665376"/>
              <a:gd name="connsiteX14" fmla="*/ 294179 w 2010230"/>
              <a:gd name="connsiteY14" fmla="*/ 617788 h 665376"/>
              <a:gd name="connsiteX15" fmla="*/ 222599 w 2010230"/>
              <a:gd name="connsiteY15" fmla="*/ 659231 h 665376"/>
              <a:gd name="connsiteX16" fmla="*/ 0 w 2010230"/>
              <a:gd name="connsiteY16" fmla="*/ 257552 h 665376"/>
              <a:gd name="connsiteX17" fmla="*/ 42295 w 2010230"/>
              <a:gd name="connsiteY17" fmla="*/ 233064 h 665376"/>
              <a:gd name="connsiteX18" fmla="*/ 236347 w 2010230"/>
              <a:gd name="connsiteY18" fmla="*/ 145009 h 665376"/>
              <a:gd name="connsiteX19" fmla="*/ 286357 w 2010230"/>
              <a:gd name="connsiteY19" fmla="*/ 125825 h 665376"/>
              <a:gd name="connsiteX20" fmla="*/ 492426 w 2010230"/>
              <a:gd name="connsiteY20" fmla="*/ 60725 h 665376"/>
              <a:gd name="connsiteX21" fmla="*/ 707646 w 2010230"/>
              <a:gd name="connsiteY21" fmla="*/ 20593 h 665376"/>
              <a:gd name="connsiteX22" fmla="*/ 790223 w 2010230"/>
              <a:gd name="connsiteY22" fmla="*/ 10370 h 665376"/>
              <a:gd name="connsiteX23" fmla="*/ 834733 w 2010230"/>
              <a:gd name="connsiteY23" fmla="*/ 6243 h 665376"/>
              <a:gd name="connsiteX24" fmla="*/ 986827 w 2010230"/>
              <a:gd name="connsiteY24" fmla="*/ 0 h 665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010230" h="665376">
                <a:moveTo>
                  <a:pt x="986827" y="0"/>
                </a:moveTo>
                <a:lnTo>
                  <a:pt x="1138920" y="6243"/>
                </a:lnTo>
                <a:lnTo>
                  <a:pt x="1183435" y="10370"/>
                </a:lnTo>
                <a:lnTo>
                  <a:pt x="1266008" y="20593"/>
                </a:lnTo>
                <a:lnTo>
                  <a:pt x="1481220" y="60723"/>
                </a:lnTo>
                <a:lnTo>
                  <a:pt x="1481228" y="60725"/>
                </a:lnTo>
                <a:lnTo>
                  <a:pt x="1481243" y="60729"/>
                </a:lnTo>
                <a:lnTo>
                  <a:pt x="1687296" y="125824"/>
                </a:lnTo>
                <a:lnTo>
                  <a:pt x="1737311" y="145010"/>
                </a:lnTo>
                <a:lnTo>
                  <a:pt x="1931359" y="233064"/>
                </a:lnTo>
                <a:lnTo>
                  <a:pt x="2010230" y="278728"/>
                </a:lnTo>
                <a:lnTo>
                  <a:pt x="1795961" y="665376"/>
                </a:lnTo>
                <a:lnTo>
                  <a:pt x="1713767" y="617788"/>
                </a:lnTo>
                <a:cubicBezTo>
                  <a:pt x="1501812" y="505955"/>
                  <a:pt x="1260286" y="442646"/>
                  <a:pt x="1003973" y="442646"/>
                </a:cubicBezTo>
                <a:cubicBezTo>
                  <a:pt x="747661" y="442646"/>
                  <a:pt x="506135" y="505955"/>
                  <a:pt x="294179" y="617788"/>
                </a:cubicBezTo>
                <a:lnTo>
                  <a:pt x="222599" y="659231"/>
                </a:lnTo>
                <a:lnTo>
                  <a:pt x="0" y="257552"/>
                </a:lnTo>
                <a:lnTo>
                  <a:pt x="42295" y="233064"/>
                </a:lnTo>
                <a:lnTo>
                  <a:pt x="236347" y="145009"/>
                </a:lnTo>
                <a:lnTo>
                  <a:pt x="286357" y="125825"/>
                </a:lnTo>
                <a:lnTo>
                  <a:pt x="492426" y="60725"/>
                </a:lnTo>
                <a:lnTo>
                  <a:pt x="707646" y="20593"/>
                </a:lnTo>
                <a:lnTo>
                  <a:pt x="790223" y="10370"/>
                </a:lnTo>
                <a:lnTo>
                  <a:pt x="834733" y="6243"/>
                </a:lnTo>
                <a:lnTo>
                  <a:pt x="98682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7" name="手繪多邊形: 圖案 376">
            <a:extLst>
              <a:ext uri="{FF2B5EF4-FFF2-40B4-BE49-F238E27FC236}">
                <a16:creationId xmlns:a16="http://schemas.microsoft.com/office/drawing/2014/main" id="{10EA09A6-CBEC-4C61-AA52-47EBF59B8C3E}"/>
              </a:ext>
            </a:extLst>
          </p:cNvPr>
          <p:cNvSpPr/>
          <p:nvPr/>
        </p:nvSpPr>
        <p:spPr>
          <a:xfrm>
            <a:off x="6133012" y="3196047"/>
            <a:ext cx="152093" cy="6243"/>
          </a:xfrm>
          <a:custGeom>
            <a:avLst/>
            <a:gdLst>
              <a:gd name="connsiteX0" fmla="*/ 0 w 152093"/>
              <a:gd name="connsiteY0" fmla="*/ 0 h 6243"/>
              <a:gd name="connsiteX1" fmla="*/ 126944 w 152093"/>
              <a:gd name="connsiteY1" fmla="*/ 3911 h 6243"/>
              <a:gd name="connsiteX2" fmla="*/ 152093 w 152093"/>
              <a:gd name="connsiteY2" fmla="*/ 6243 h 6243"/>
              <a:gd name="connsiteX3" fmla="*/ 0 w 152093"/>
              <a:gd name="connsiteY3" fmla="*/ 0 h 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93" h="6243">
                <a:moveTo>
                  <a:pt x="0" y="0"/>
                </a:moveTo>
                <a:cubicBezTo>
                  <a:pt x="42635" y="0"/>
                  <a:pt x="84963" y="1316"/>
                  <a:pt x="126944" y="3911"/>
                </a:cubicBezTo>
                <a:lnTo>
                  <a:pt x="152093" y="624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8" name="手繪多邊形: 圖案 377">
            <a:extLst>
              <a:ext uri="{FF2B5EF4-FFF2-40B4-BE49-F238E27FC236}">
                <a16:creationId xmlns:a16="http://schemas.microsoft.com/office/drawing/2014/main" id="{3D751379-C159-4B48-BE9C-88D7064741BD}"/>
              </a:ext>
            </a:extLst>
          </p:cNvPr>
          <p:cNvSpPr/>
          <p:nvPr/>
        </p:nvSpPr>
        <p:spPr>
          <a:xfrm>
            <a:off x="5980917" y="3196047"/>
            <a:ext cx="152094" cy="6243"/>
          </a:xfrm>
          <a:custGeom>
            <a:avLst/>
            <a:gdLst>
              <a:gd name="connsiteX0" fmla="*/ 152094 w 152094"/>
              <a:gd name="connsiteY0" fmla="*/ 0 h 6243"/>
              <a:gd name="connsiteX1" fmla="*/ 0 w 152094"/>
              <a:gd name="connsiteY1" fmla="*/ 6243 h 6243"/>
              <a:gd name="connsiteX2" fmla="*/ 25150 w 152094"/>
              <a:gd name="connsiteY2" fmla="*/ 3911 h 6243"/>
              <a:gd name="connsiteX3" fmla="*/ 152094 w 152094"/>
              <a:gd name="connsiteY3" fmla="*/ 0 h 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94" h="6243">
                <a:moveTo>
                  <a:pt x="152094" y="0"/>
                </a:moveTo>
                <a:lnTo>
                  <a:pt x="0" y="6243"/>
                </a:lnTo>
                <a:lnTo>
                  <a:pt x="25150" y="3911"/>
                </a:lnTo>
                <a:cubicBezTo>
                  <a:pt x="67132" y="1316"/>
                  <a:pt x="109459" y="0"/>
                  <a:pt x="152094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9" name="手繪多邊形: 圖案 378">
            <a:extLst>
              <a:ext uri="{FF2B5EF4-FFF2-40B4-BE49-F238E27FC236}">
                <a16:creationId xmlns:a16="http://schemas.microsoft.com/office/drawing/2014/main" id="{034EFAFC-26E7-4EDD-9FDF-7201ECCB4310}"/>
              </a:ext>
            </a:extLst>
          </p:cNvPr>
          <p:cNvSpPr/>
          <p:nvPr/>
        </p:nvSpPr>
        <p:spPr>
          <a:xfrm>
            <a:off x="6285105" y="3202290"/>
            <a:ext cx="44515" cy="4127"/>
          </a:xfrm>
          <a:custGeom>
            <a:avLst/>
            <a:gdLst>
              <a:gd name="connsiteX0" fmla="*/ 0 w 44515"/>
              <a:gd name="connsiteY0" fmla="*/ 0 h 4127"/>
              <a:gd name="connsiteX1" fmla="*/ 16716 w 44515"/>
              <a:gd name="connsiteY1" fmla="*/ 686 h 4127"/>
              <a:gd name="connsiteX2" fmla="*/ 44515 w 44515"/>
              <a:gd name="connsiteY2" fmla="*/ 4127 h 4127"/>
              <a:gd name="connsiteX3" fmla="*/ 0 w 44515"/>
              <a:gd name="connsiteY3" fmla="*/ 0 h 4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15" h="4127">
                <a:moveTo>
                  <a:pt x="0" y="0"/>
                </a:moveTo>
                <a:lnTo>
                  <a:pt x="16716" y="686"/>
                </a:lnTo>
                <a:lnTo>
                  <a:pt x="44515" y="41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0" name="手繪多邊形: 圖案 379">
            <a:extLst>
              <a:ext uri="{FF2B5EF4-FFF2-40B4-BE49-F238E27FC236}">
                <a16:creationId xmlns:a16="http://schemas.microsoft.com/office/drawing/2014/main" id="{14F48296-B74C-4CBE-9A6C-0D743E176EFC}"/>
              </a:ext>
            </a:extLst>
          </p:cNvPr>
          <p:cNvSpPr/>
          <p:nvPr/>
        </p:nvSpPr>
        <p:spPr>
          <a:xfrm>
            <a:off x="5936407" y="3202290"/>
            <a:ext cx="44510" cy="4127"/>
          </a:xfrm>
          <a:custGeom>
            <a:avLst/>
            <a:gdLst>
              <a:gd name="connsiteX0" fmla="*/ 44510 w 44510"/>
              <a:gd name="connsiteY0" fmla="*/ 0 h 4127"/>
              <a:gd name="connsiteX1" fmla="*/ 0 w 44510"/>
              <a:gd name="connsiteY1" fmla="*/ 4127 h 4127"/>
              <a:gd name="connsiteX2" fmla="*/ 27796 w 44510"/>
              <a:gd name="connsiteY2" fmla="*/ 686 h 4127"/>
              <a:gd name="connsiteX3" fmla="*/ 44510 w 44510"/>
              <a:gd name="connsiteY3" fmla="*/ 0 h 4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10" h="4127">
                <a:moveTo>
                  <a:pt x="44510" y="0"/>
                </a:moveTo>
                <a:lnTo>
                  <a:pt x="0" y="4127"/>
                </a:lnTo>
                <a:lnTo>
                  <a:pt x="27796" y="686"/>
                </a:lnTo>
                <a:lnTo>
                  <a:pt x="4451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1" name="手繪多邊形: 圖案 380">
            <a:extLst>
              <a:ext uri="{FF2B5EF4-FFF2-40B4-BE49-F238E27FC236}">
                <a16:creationId xmlns:a16="http://schemas.microsoft.com/office/drawing/2014/main" id="{05C39F56-8BC9-4F12-88A1-94509BB782E3}"/>
              </a:ext>
            </a:extLst>
          </p:cNvPr>
          <p:cNvSpPr/>
          <p:nvPr/>
        </p:nvSpPr>
        <p:spPr>
          <a:xfrm>
            <a:off x="5853831" y="3206417"/>
            <a:ext cx="82577" cy="10223"/>
          </a:xfrm>
          <a:custGeom>
            <a:avLst/>
            <a:gdLst>
              <a:gd name="connsiteX0" fmla="*/ 82577 w 82577"/>
              <a:gd name="connsiteY0" fmla="*/ 0 h 10223"/>
              <a:gd name="connsiteX1" fmla="*/ 0 w 82577"/>
              <a:gd name="connsiteY1" fmla="*/ 10223 h 10223"/>
              <a:gd name="connsiteX2" fmla="*/ 27369 w 82577"/>
              <a:gd name="connsiteY2" fmla="*/ 5119 h 10223"/>
              <a:gd name="connsiteX3" fmla="*/ 82577 w 82577"/>
              <a:gd name="connsiteY3" fmla="*/ 0 h 10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577" h="10223">
                <a:moveTo>
                  <a:pt x="82577" y="0"/>
                </a:moveTo>
                <a:lnTo>
                  <a:pt x="0" y="10223"/>
                </a:lnTo>
                <a:lnTo>
                  <a:pt x="27369" y="5119"/>
                </a:lnTo>
                <a:lnTo>
                  <a:pt x="8257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2" name="手繪多邊形: 圖案 381">
            <a:extLst>
              <a:ext uri="{FF2B5EF4-FFF2-40B4-BE49-F238E27FC236}">
                <a16:creationId xmlns:a16="http://schemas.microsoft.com/office/drawing/2014/main" id="{1A4F9B6C-E96D-46E2-920D-4CFC1711821C}"/>
              </a:ext>
            </a:extLst>
          </p:cNvPr>
          <p:cNvSpPr/>
          <p:nvPr/>
        </p:nvSpPr>
        <p:spPr>
          <a:xfrm>
            <a:off x="6329620" y="3206417"/>
            <a:ext cx="82573" cy="10223"/>
          </a:xfrm>
          <a:custGeom>
            <a:avLst/>
            <a:gdLst>
              <a:gd name="connsiteX0" fmla="*/ 0 w 82573"/>
              <a:gd name="connsiteY0" fmla="*/ 0 h 10223"/>
              <a:gd name="connsiteX1" fmla="*/ 55204 w 82573"/>
              <a:gd name="connsiteY1" fmla="*/ 5119 h 10223"/>
              <a:gd name="connsiteX2" fmla="*/ 82573 w 82573"/>
              <a:gd name="connsiteY2" fmla="*/ 10223 h 10223"/>
              <a:gd name="connsiteX3" fmla="*/ 0 w 82573"/>
              <a:gd name="connsiteY3" fmla="*/ 0 h 10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573" h="10223">
                <a:moveTo>
                  <a:pt x="0" y="0"/>
                </a:moveTo>
                <a:lnTo>
                  <a:pt x="55204" y="5119"/>
                </a:lnTo>
                <a:lnTo>
                  <a:pt x="82573" y="1022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3" name="手繪多邊形: 圖案 382">
            <a:extLst>
              <a:ext uri="{FF2B5EF4-FFF2-40B4-BE49-F238E27FC236}">
                <a16:creationId xmlns:a16="http://schemas.microsoft.com/office/drawing/2014/main" id="{7A137D28-C1BA-49CE-B060-455665F4C4BA}"/>
              </a:ext>
            </a:extLst>
          </p:cNvPr>
          <p:cNvSpPr/>
          <p:nvPr/>
        </p:nvSpPr>
        <p:spPr>
          <a:xfrm>
            <a:off x="6412192" y="3216639"/>
            <a:ext cx="215212" cy="40130"/>
          </a:xfrm>
          <a:custGeom>
            <a:avLst/>
            <a:gdLst>
              <a:gd name="connsiteX0" fmla="*/ 0 w 215212"/>
              <a:gd name="connsiteY0" fmla="*/ 0 h 40130"/>
              <a:gd name="connsiteX1" fmla="*/ 54610 w 215212"/>
              <a:gd name="connsiteY1" fmla="*/ 6760 h 40130"/>
              <a:gd name="connsiteX2" fmla="*/ 215212 w 215212"/>
              <a:gd name="connsiteY2" fmla="*/ 40130 h 40130"/>
              <a:gd name="connsiteX3" fmla="*/ 0 w 215212"/>
              <a:gd name="connsiteY3" fmla="*/ 0 h 40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212" h="40130">
                <a:moveTo>
                  <a:pt x="0" y="0"/>
                </a:moveTo>
                <a:lnTo>
                  <a:pt x="54610" y="6760"/>
                </a:lnTo>
                <a:lnTo>
                  <a:pt x="215212" y="401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4" name="手繪多邊形: 圖案 383">
            <a:extLst>
              <a:ext uri="{FF2B5EF4-FFF2-40B4-BE49-F238E27FC236}">
                <a16:creationId xmlns:a16="http://schemas.microsoft.com/office/drawing/2014/main" id="{60938AD6-C251-4F9C-B777-02749B2C154C}"/>
              </a:ext>
            </a:extLst>
          </p:cNvPr>
          <p:cNvSpPr/>
          <p:nvPr/>
        </p:nvSpPr>
        <p:spPr>
          <a:xfrm>
            <a:off x="5638610" y="3216639"/>
            <a:ext cx="215220" cy="40132"/>
          </a:xfrm>
          <a:custGeom>
            <a:avLst/>
            <a:gdLst>
              <a:gd name="connsiteX0" fmla="*/ 215220 w 215220"/>
              <a:gd name="connsiteY0" fmla="*/ 0 h 40132"/>
              <a:gd name="connsiteX1" fmla="*/ 0 w 215220"/>
              <a:gd name="connsiteY1" fmla="*/ 40132 h 40132"/>
              <a:gd name="connsiteX2" fmla="*/ 160610 w 215220"/>
              <a:gd name="connsiteY2" fmla="*/ 6760 h 40132"/>
              <a:gd name="connsiteX3" fmla="*/ 215220 w 215220"/>
              <a:gd name="connsiteY3" fmla="*/ 0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220" h="40132">
                <a:moveTo>
                  <a:pt x="215220" y="0"/>
                </a:moveTo>
                <a:lnTo>
                  <a:pt x="0" y="40132"/>
                </a:lnTo>
                <a:cubicBezTo>
                  <a:pt x="52748" y="26911"/>
                  <a:pt x="106315" y="15757"/>
                  <a:pt x="160610" y="6760"/>
                </a:cubicBezTo>
                <a:lnTo>
                  <a:pt x="21522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5" name="手繪多邊形: 圖案 384">
            <a:extLst>
              <a:ext uri="{FF2B5EF4-FFF2-40B4-BE49-F238E27FC236}">
                <a16:creationId xmlns:a16="http://schemas.microsoft.com/office/drawing/2014/main" id="{82F4144E-1DE9-46BF-949F-128C55996496}"/>
              </a:ext>
            </a:extLst>
          </p:cNvPr>
          <p:cNvSpPr/>
          <p:nvPr/>
        </p:nvSpPr>
        <p:spPr>
          <a:xfrm>
            <a:off x="5432542" y="3256771"/>
            <a:ext cx="206069" cy="65100"/>
          </a:xfrm>
          <a:custGeom>
            <a:avLst/>
            <a:gdLst>
              <a:gd name="connsiteX0" fmla="*/ 206069 w 206069"/>
              <a:gd name="connsiteY0" fmla="*/ 0 h 65100"/>
              <a:gd name="connsiteX1" fmla="*/ 0 w 206069"/>
              <a:gd name="connsiteY1" fmla="*/ 65100 h 65100"/>
              <a:gd name="connsiteX2" fmla="*/ 50378 w 206069"/>
              <a:gd name="connsiteY2" fmla="*/ 45774 h 65100"/>
              <a:gd name="connsiteX3" fmla="*/ 206069 w 206069"/>
              <a:gd name="connsiteY3" fmla="*/ 0 h 6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069" h="65100">
                <a:moveTo>
                  <a:pt x="206069" y="0"/>
                </a:moveTo>
                <a:lnTo>
                  <a:pt x="0" y="65100"/>
                </a:lnTo>
                <a:lnTo>
                  <a:pt x="50378" y="45774"/>
                </a:lnTo>
                <a:cubicBezTo>
                  <a:pt x="101395" y="28510"/>
                  <a:pt x="153322" y="13222"/>
                  <a:pt x="206069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6" name="手繪多邊形: 圖案 385">
            <a:extLst>
              <a:ext uri="{FF2B5EF4-FFF2-40B4-BE49-F238E27FC236}">
                <a16:creationId xmlns:a16="http://schemas.microsoft.com/office/drawing/2014/main" id="{E96811B2-C6CA-46BB-AB71-D1FA67253C23}"/>
              </a:ext>
            </a:extLst>
          </p:cNvPr>
          <p:cNvSpPr/>
          <p:nvPr/>
        </p:nvSpPr>
        <p:spPr>
          <a:xfrm>
            <a:off x="6627428" y="3256776"/>
            <a:ext cx="206053" cy="65095"/>
          </a:xfrm>
          <a:custGeom>
            <a:avLst/>
            <a:gdLst>
              <a:gd name="connsiteX0" fmla="*/ 0 w 206053"/>
              <a:gd name="connsiteY0" fmla="*/ 0 h 65095"/>
              <a:gd name="connsiteX1" fmla="*/ 155677 w 206053"/>
              <a:gd name="connsiteY1" fmla="*/ 45770 h 65095"/>
              <a:gd name="connsiteX2" fmla="*/ 206053 w 206053"/>
              <a:gd name="connsiteY2" fmla="*/ 65095 h 65095"/>
              <a:gd name="connsiteX3" fmla="*/ 0 w 206053"/>
              <a:gd name="connsiteY3" fmla="*/ 0 h 65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053" h="65095">
                <a:moveTo>
                  <a:pt x="0" y="0"/>
                </a:moveTo>
                <a:lnTo>
                  <a:pt x="155677" y="45770"/>
                </a:lnTo>
                <a:lnTo>
                  <a:pt x="206053" y="6509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7" name="手繪多邊形: 圖案 386">
            <a:extLst>
              <a:ext uri="{FF2B5EF4-FFF2-40B4-BE49-F238E27FC236}">
                <a16:creationId xmlns:a16="http://schemas.microsoft.com/office/drawing/2014/main" id="{A891BF47-1EE2-4297-9165-1CD792C581AC}"/>
              </a:ext>
            </a:extLst>
          </p:cNvPr>
          <p:cNvSpPr/>
          <p:nvPr/>
        </p:nvSpPr>
        <p:spPr>
          <a:xfrm>
            <a:off x="6833481" y="3321870"/>
            <a:ext cx="50015" cy="19186"/>
          </a:xfrm>
          <a:custGeom>
            <a:avLst/>
            <a:gdLst>
              <a:gd name="connsiteX0" fmla="*/ 0 w 50015"/>
              <a:gd name="connsiteY0" fmla="*/ 0 h 19186"/>
              <a:gd name="connsiteX1" fmla="*/ 25454 w 50015"/>
              <a:gd name="connsiteY1" fmla="*/ 8041 h 19186"/>
              <a:gd name="connsiteX2" fmla="*/ 50015 w 50015"/>
              <a:gd name="connsiteY2" fmla="*/ 19186 h 19186"/>
              <a:gd name="connsiteX3" fmla="*/ 0 w 50015"/>
              <a:gd name="connsiteY3" fmla="*/ 0 h 19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015" h="19186">
                <a:moveTo>
                  <a:pt x="0" y="0"/>
                </a:moveTo>
                <a:lnTo>
                  <a:pt x="25454" y="8041"/>
                </a:lnTo>
                <a:lnTo>
                  <a:pt x="50015" y="1918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8" name="手繪多邊形: 圖案 387">
            <a:extLst>
              <a:ext uri="{FF2B5EF4-FFF2-40B4-BE49-F238E27FC236}">
                <a16:creationId xmlns:a16="http://schemas.microsoft.com/office/drawing/2014/main" id="{37A4EEBE-0D12-459C-8B66-D1763FAD3AEA}"/>
              </a:ext>
            </a:extLst>
          </p:cNvPr>
          <p:cNvSpPr/>
          <p:nvPr/>
        </p:nvSpPr>
        <p:spPr>
          <a:xfrm>
            <a:off x="5382531" y="3321871"/>
            <a:ext cx="50010" cy="19184"/>
          </a:xfrm>
          <a:custGeom>
            <a:avLst/>
            <a:gdLst>
              <a:gd name="connsiteX0" fmla="*/ 50010 w 50010"/>
              <a:gd name="connsiteY0" fmla="*/ 0 h 19184"/>
              <a:gd name="connsiteX1" fmla="*/ 0 w 50010"/>
              <a:gd name="connsiteY1" fmla="*/ 19184 h 19184"/>
              <a:gd name="connsiteX2" fmla="*/ 24558 w 50010"/>
              <a:gd name="connsiteY2" fmla="*/ 8040 h 19184"/>
              <a:gd name="connsiteX3" fmla="*/ 50010 w 50010"/>
              <a:gd name="connsiteY3" fmla="*/ 0 h 19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010" h="19184">
                <a:moveTo>
                  <a:pt x="50010" y="0"/>
                </a:moveTo>
                <a:lnTo>
                  <a:pt x="0" y="19184"/>
                </a:lnTo>
                <a:lnTo>
                  <a:pt x="24558" y="8040"/>
                </a:lnTo>
                <a:lnTo>
                  <a:pt x="5001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9" name="手繪多邊形: 圖案 388">
            <a:extLst>
              <a:ext uri="{FF2B5EF4-FFF2-40B4-BE49-F238E27FC236}">
                <a16:creationId xmlns:a16="http://schemas.microsoft.com/office/drawing/2014/main" id="{467AA582-3DC4-4EB5-9D53-3A2394BDC13C}"/>
              </a:ext>
            </a:extLst>
          </p:cNvPr>
          <p:cNvSpPr/>
          <p:nvPr/>
        </p:nvSpPr>
        <p:spPr>
          <a:xfrm>
            <a:off x="5188479" y="3341056"/>
            <a:ext cx="194052" cy="88055"/>
          </a:xfrm>
          <a:custGeom>
            <a:avLst/>
            <a:gdLst>
              <a:gd name="connsiteX0" fmla="*/ 194052 w 194052"/>
              <a:gd name="connsiteY0" fmla="*/ 0 h 88055"/>
              <a:gd name="connsiteX1" fmla="*/ 0 w 194052"/>
              <a:gd name="connsiteY1" fmla="*/ 88055 h 88055"/>
              <a:gd name="connsiteX2" fmla="*/ 144214 w 194052"/>
              <a:gd name="connsiteY2" fmla="*/ 19118 h 88055"/>
              <a:gd name="connsiteX3" fmla="*/ 194052 w 194052"/>
              <a:gd name="connsiteY3" fmla="*/ 0 h 88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052" h="88055">
                <a:moveTo>
                  <a:pt x="194052" y="0"/>
                </a:moveTo>
                <a:lnTo>
                  <a:pt x="0" y="88055"/>
                </a:lnTo>
                <a:cubicBezTo>
                  <a:pt x="47009" y="63252"/>
                  <a:pt x="95111" y="40243"/>
                  <a:pt x="144214" y="19118"/>
                </a:cubicBezTo>
                <a:lnTo>
                  <a:pt x="194052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0" name="手繪多邊形: 圖案 389">
            <a:extLst>
              <a:ext uri="{FF2B5EF4-FFF2-40B4-BE49-F238E27FC236}">
                <a16:creationId xmlns:a16="http://schemas.microsoft.com/office/drawing/2014/main" id="{CAD4FFEB-5777-4A96-B4EB-BF51824584FC}"/>
              </a:ext>
            </a:extLst>
          </p:cNvPr>
          <p:cNvSpPr/>
          <p:nvPr/>
        </p:nvSpPr>
        <p:spPr>
          <a:xfrm>
            <a:off x="6883495" y="3341056"/>
            <a:ext cx="194048" cy="88054"/>
          </a:xfrm>
          <a:custGeom>
            <a:avLst/>
            <a:gdLst>
              <a:gd name="connsiteX0" fmla="*/ 0 w 194048"/>
              <a:gd name="connsiteY0" fmla="*/ 0 h 88054"/>
              <a:gd name="connsiteX1" fmla="*/ 49834 w 194048"/>
              <a:gd name="connsiteY1" fmla="*/ 19117 h 88054"/>
              <a:gd name="connsiteX2" fmla="*/ 194048 w 194048"/>
              <a:gd name="connsiteY2" fmla="*/ 88054 h 88054"/>
              <a:gd name="connsiteX3" fmla="*/ 0 w 194048"/>
              <a:gd name="connsiteY3" fmla="*/ 0 h 8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048" h="88054">
                <a:moveTo>
                  <a:pt x="0" y="0"/>
                </a:moveTo>
                <a:lnTo>
                  <a:pt x="49834" y="19117"/>
                </a:lnTo>
                <a:cubicBezTo>
                  <a:pt x="98938" y="40242"/>
                  <a:pt x="147040" y="63251"/>
                  <a:pt x="194048" y="88054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1" name="手繪多邊形: 圖案 390">
            <a:extLst>
              <a:ext uri="{FF2B5EF4-FFF2-40B4-BE49-F238E27FC236}">
                <a16:creationId xmlns:a16="http://schemas.microsoft.com/office/drawing/2014/main" id="{72C6B6BC-D721-4C13-BD1C-4AB03E1FC6B8}"/>
              </a:ext>
            </a:extLst>
          </p:cNvPr>
          <p:cNvSpPr/>
          <p:nvPr/>
        </p:nvSpPr>
        <p:spPr>
          <a:xfrm>
            <a:off x="4166949" y="3429111"/>
            <a:ext cx="1201834" cy="1409673"/>
          </a:xfrm>
          <a:custGeom>
            <a:avLst/>
            <a:gdLst>
              <a:gd name="connsiteX0" fmla="*/ 1021530 w 1201834"/>
              <a:gd name="connsiteY0" fmla="*/ 0 h 1409673"/>
              <a:gd name="connsiteX1" fmla="*/ 979235 w 1201834"/>
              <a:gd name="connsiteY1" fmla="*/ 24488 h 1409673"/>
              <a:gd name="connsiteX2" fmla="*/ 1201834 w 1201834"/>
              <a:gd name="connsiteY2" fmla="*/ 426167 h 1409673"/>
              <a:gd name="connsiteX3" fmla="*/ 1169969 w 1201834"/>
              <a:gd name="connsiteY3" fmla="*/ 444616 h 1409673"/>
              <a:gd name="connsiteX4" fmla="*/ 528503 w 1201834"/>
              <a:gd name="connsiteY4" fmla="*/ 1279818 h 1409673"/>
              <a:gd name="connsiteX5" fmla="*/ 495115 w 1201834"/>
              <a:gd name="connsiteY5" fmla="*/ 1409673 h 1409673"/>
              <a:gd name="connsiteX6" fmla="*/ 237947 w 1201834"/>
              <a:gd name="connsiteY6" fmla="*/ 1363748 h 1409673"/>
              <a:gd name="connsiteX7" fmla="*/ 0 w 1201834"/>
              <a:gd name="connsiteY7" fmla="*/ 1308830 h 1409673"/>
              <a:gd name="connsiteX8" fmla="*/ 30268 w 1201834"/>
              <a:gd name="connsiteY8" fmla="*/ 1191112 h 1409673"/>
              <a:gd name="connsiteX9" fmla="*/ 1021530 w 1201834"/>
              <a:gd name="connsiteY9" fmla="*/ 0 h 1409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01834" h="1409673">
                <a:moveTo>
                  <a:pt x="1021530" y="0"/>
                </a:moveTo>
                <a:lnTo>
                  <a:pt x="979235" y="24488"/>
                </a:lnTo>
                <a:lnTo>
                  <a:pt x="1201834" y="426167"/>
                </a:lnTo>
                <a:lnTo>
                  <a:pt x="1169969" y="444616"/>
                </a:lnTo>
                <a:cubicBezTo>
                  <a:pt x="867437" y="636013"/>
                  <a:pt x="636983" y="931046"/>
                  <a:pt x="528503" y="1279818"/>
                </a:cubicBezTo>
                <a:lnTo>
                  <a:pt x="495115" y="1409673"/>
                </a:lnTo>
                <a:lnTo>
                  <a:pt x="237947" y="1363748"/>
                </a:lnTo>
                <a:lnTo>
                  <a:pt x="0" y="1308830"/>
                </a:lnTo>
                <a:lnTo>
                  <a:pt x="30268" y="1191112"/>
                </a:lnTo>
                <a:cubicBezTo>
                  <a:pt x="190663" y="675428"/>
                  <a:pt x="551444" y="248030"/>
                  <a:pt x="1021530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2" name="手繪多邊形: 圖案 391">
            <a:extLst>
              <a:ext uri="{FF2B5EF4-FFF2-40B4-BE49-F238E27FC236}">
                <a16:creationId xmlns:a16="http://schemas.microsoft.com/office/drawing/2014/main" id="{1D282196-7925-4DCC-91F4-6EE3B358CDA6}"/>
              </a:ext>
            </a:extLst>
          </p:cNvPr>
          <p:cNvSpPr/>
          <p:nvPr/>
        </p:nvSpPr>
        <p:spPr>
          <a:xfrm>
            <a:off x="7077544" y="3429110"/>
            <a:ext cx="78871" cy="45664"/>
          </a:xfrm>
          <a:custGeom>
            <a:avLst/>
            <a:gdLst>
              <a:gd name="connsiteX0" fmla="*/ 0 w 78871"/>
              <a:gd name="connsiteY0" fmla="*/ 0 h 45664"/>
              <a:gd name="connsiteX1" fmla="*/ 78871 w 78871"/>
              <a:gd name="connsiteY1" fmla="*/ 45664 h 45664"/>
              <a:gd name="connsiteX2" fmla="*/ 78871 w 78871"/>
              <a:gd name="connsiteY2" fmla="*/ 45664 h 45664"/>
              <a:gd name="connsiteX3" fmla="*/ 0 w 78871"/>
              <a:gd name="connsiteY3" fmla="*/ 0 h 45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71" h="45664">
                <a:moveTo>
                  <a:pt x="0" y="0"/>
                </a:moveTo>
                <a:lnTo>
                  <a:pt x="78871" y="45664"/>
                </a:lnTo>
                <a:lnTo>
                  <a:pt x="78871" y="4566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3" name="手繪多邊形: 圖案 392">
            <a:extLst>
              <a:ext uri="{FF2B5EF4-FFF2-40B4-BE49-F238E27FC236}">
                <a16:creationId xmlns:a16="http://schemas.microsoft.com/office/drawing/2014/main" id="{71D3F974-2065-412C-BC6D-A26E2BC2C486}"/>
              </a:ext>
            </a:extLst>
          </p:cNvPr>
          <p:cNvSpPr/>
          <p:nvPr/>
        </p:nvSpPr>
        <p:spPr>
          <a:xfrm>
            <a:off x="6942145" y="3474774"/>
            <a:ext cx="1156928" cy="1358154"/>
          </a:xfrm>
          <a:custGeom>
            <a:avLst/>
            <a:gdLst>
              <a:gd name="connsiteX0" fmla="*/ 214269 w 1156928"/>
              <a:gd name="connsiteY0" fmla="*/ 0 h 1358154"/>
              <a:gd name="connsiteX1" fmla="*/ 273054 w 1156928"/>
              <a:gd name="connsiteY1" fmla="*/ 34035 h 1358154"/>
              <a:gd name="connsiteX2" fmla="*/ 1126660 w 1156928"/>
              <a:gd name="connsiteY2" fmla="*/ 1145448 h 1358154"/>
              <a:gd name="connsiteX3" fmla="*/ 1156928 w 1156928"/>
              <a:gd name="connsiteY3" fmla="*/ 1263166 h 1358154"/>
              <a:gd name="connsiteX4" fmla="*/ 918981 w 1156928"/>
              <a:gd name="connsiteY4" fmla="*/ 1318084 h 1358154"/>
              <a:gd name="connsiteX5" fmla="*/ 694601 w 1156928"/>
              <a:gd name="connsiteY5" fmla="*/ 1358154 h 1358154"/>
              <a:gd name="connsiteX6" fmla="*/ 662717 w 1156928"/>
              <a:gd name="connsiteY6" fmla="*/ 1234154 h 1358154"/>
              <a:gd name="connsiteX7" fmla="*/ 21251 w 1156928"/>
              <a:gd name="connsiteY7" fmla="*/ 398952 h 1358154"/>
              <a:gd name="connsiteX8" fmla="*/ 0 w 1156928"/>
              <a:gd name="connsiteY8" fmla="*/ 386648 h 1358154"/>
              <a:gd name="connsiteX9" fmla="*/ 214269 w 1156928"/>
              <a:gd name="connsiteY9" fmla="*/ 0 h 1358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56928" h="1358154">
                <a:moveTo>
                  <a:pt x="214269" y="0"/>
                </a:moveTo>
                <a:lnTo>
                  <a:pt x="273054" y="34035"/>
                </a:lnTo>
                <a:cubicBezTo>
                  <a:pt x="675637" y="288728"/>
                  <a:pt x="982305" y="681332"/>
                  <a:pt x="1126660" y="1145448"/>
                </a:cubicBezTo>
                <a:lnTo>
                  <a:pt x="1156928" y="1263166"/>
                </a:lnTo>
                <a:lnTo>
                  <a:pt x="918981" y="1318084"/>
                </a:lnTo>
                <a:lnTo>
                  <a:pt x="694601" y="1358154"/>
                </a:lnTo>
                <a:lnTo>
                  <a:pt x="662717" y="1234154"/>
                </a:lnTo>
                <a:cubicBezTo>
                  <a:pt x="554237" y="885382"/>
                  <a:pt x="323783" y="590349"/>
                  <a:pt x="21251" y="398952"/>
                </a:cubicBezTo>
                <a:lnTo>
                  <a:pt x="0" y="386648"/>
                </a:lnTo>
                <a:lnTo>
                  <a:pt x="21426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8336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578FF1BC-D943-453E-8242-D48B4E17E8F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005" y="2858452"/>
            <a:ext cx="5776876" cy="1896428"/>
          </a:xfrm>
          <a:prstGeom prst="rect">
            <a:avLst/>
          </a:prstGeom>
        </p:spPr>
      </p:pic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AD672508-27E6-434D-8C7F-071743B0954F}"/>
              </a:ext>
            </a:extLst>
          </p:cNvPr>
          <p:cNvCxnSpPr/>
          <p:nvPr/>
        </p:nvCxnSpPr>
        <p:spPr>
          <a:xfrm>
            <a:off x="5451566" y="2717079"/>
            <a:ext cx="0" cy="10363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69A9A58E-3A15-44CB-9EC2-BF0702A0E4C1}"/>
              </a:ext>
            </a:extLst>
          </p:cNvPr>
          <p:cNvCxnSpPr>
            <a:cxnSpLocks/>
          </p:cNvCxnSpPr>
          <p:nvPr/>
        </p:nvCxnSpPr>
        <p:spPr>
          <a:xfrm>
            <a:off x="8225246" y="2717079"/>
            <a:ext cx="0" cy="10363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47263865-E976-4BF3-A9B9-C43597EDE031}"/>
              </a:ext>
            </a:extLst>
          </p:cNvPr>
          <p:cNvSpPr txBox="1"/>
          <p:nvPr/>
        </p:nvSpPr>
        <p:spPr>
          <a:xfrm>
            <a:off x="4910392" y="2391417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地下停車場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855FB5-10B8-43E5-8535-B56F99FE3B13}"/>
              </a:ext>
            </a:extLst>
          </p:cNvPr>
          <p:cNvSpPr txBox="1"/>
          <p:nvPr/>
        </p:nvSpPr>
        <p:spPr>
          <a:xfrm>
            <a:off x="7594304" y="240930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演職人員入口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77629099-45DB-47D9-ABD4-FC85D4EF2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13" y="327644"/>
            <a:ext cx="5779509" cy="23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1838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1CBB2CDE-8721-4CC7-A770-130A23655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4274" y="1398288"/>
            <a:ext cx="5207726" cy="5459712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4CEB497C-F5AB-4B1A-B5AA-F88C115C4A2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1398288"/>
            <a:ext cx="7025686" cy="5459712"/>
          </a:xfrm>
          <a:prstGeom prst="rect">
            <a:avLst/>
          </a:prstGeom>
        </p:spPr>
      </p:pic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1E6123D6-3FB8-4BF4-8632-C1DA4A39CE20}"/>
              </a:ext>
            </a:extLst>
          </p:cNvPr>
          <p:cNvCxnSpPr>
            <a:cxnSpLocks/>
          </p:cNvCxnSpPr>
          <p:nvPr/>
        </p:nvCxnSpPr>
        <p:spPr>
          <a:xfrm>
            <a:off x="2603862" y="1663337"/>
            <a:ext cx="0" cy="13237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0AC073D8-7A04-494A-BDBA-DC2578BEE38C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200399" y="2046470"/>
            <a:ext cx="0" cy="7756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085C6328-5C59-4B60-99F8-D8F58582FAC8}"/>
              </a:ext>
            </a:extLst>
          </p:cNvPr>
          <p:cNvCxnSpPr>
            <a:cxnSpLocks/>
          </p:cNvCxnSpPr>
          <p:nvPr/>
        </p:nvCxnSpPr>
        <p:spPr>
          <a:xfrm>
            <a:off x="3718559" y="1663337"/>
            <a:ext cx="0" cy="11588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A44F0DE6-87AB-4E04-BCA0-C916C1FC64F5}"/>
              </a:ext>
            </a:extLst>
          </p:cNvPr>
          <p:cNvSpPr/>
          <p:nvPr/>
        </p:nvSpPr>
        <p:spPr>
          <a:xfrm>
            <a:off x="2800289" y="1461695"/>
            <a:ext cx="80021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cs typeface="新細明體" panose="02020500000000000000" pitchFamily="18" charset="-120"/>
              </a:rPr>
              <a:t>02</a:t>
            </a:r>
          </a:p>
          <a:p>
            <a:pPr algn="ctr"/>
            <a:r>
              <a:rPr lang="zh-TW" altLang="en-US" sz="1600" b="1" kern="0" dirty="0">
                <a:solidFill>
                  <a:srgbClr val="000000"/>
                </a:solidFill>
                <a:ea typeface="Topedia Sans TW Beta" pitchFamily="2" charset="-120"/>
                <a:cs typeface="新細明體" panose="02020500000000000000" pitchFamily="18" charset="-120"/>
              </a:rPr>
              <a:t>女團員</a:t>
            </a:r>
            <a:endParaRPr lang="zh-TW" altLang="en-US" sz="1600" b="1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257CCB0-07C6-4941-B119-94957150D4D8}"/>
              </a:ext>
            </a:extLst>
          </p:cNvPr>
          <p:cNvSpPr/>
          <p:nvPr/>
        </p:nvSpPr>
        <p:spPr>
          <a:xfrm>
            <a:off x="2101160" y="1105900"/>
            <a:ext cx="10054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cs typeface="新細明體" panose="02020500000000000000" pitchFamily="18" charset="-120"/>
              </a:rPr>
              <a:t>01</a:t>
            </a:r>
          </a:p>
          <a:p>
            <a:pPr algn="ctr"/>
            <a:r>
              <a:rPr lang="zh-TW" altLang="zh-TW" sz="1600" b="1" kern="0" dirty="0">
                <a:solidFill>
                  <a:srgbClr val="000000"/>
                </a:solidFill>
                <a:ea typeface="Topedia Sans TW Beta" pitchFamily="2" charset="-120"/>
                <a:cs typeface="新細明體" panose="02020500000000000000" pitchFamily="18" charset="-120"/>
              </a:rPr>
              <a:t>指揮老師</a:t>
            </a:r>
            <a:endParaRPr lang="zh-TW" altLang="en-US" sz="16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19F9E53-D2F6-43F9-BA9F-12B39F80AD52}"/>
              </a:ext>
            </a:extLst>
          </p:cNvPr>
          <p:cNvSpPr/>
          <p:nvPr/>
        </p:nvSpPr>
        <p:spPr>
          <a:xfrm>
            <a:off x="3283985" y="1092760"/>
            <a:ext cx="86914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03</a:t>
            </a:r>
            <a:r>
              <a:rPr lang="zh-TW" altLang="en-US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zh-TW" altLang="en-US" sz="16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佳勳</a:t>
            </a:r>
            <a:endParaRPr lang="en-US" altLang="zh-TW" sz="1600" b="1" kern="0" dirty="0">
              <a:solidFill>
                <a:srgbClr val="00000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04</a:t>
            </a:r>
            <a:r>
              <a:rPr lang="zh-TW" altLang="en-US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zh-TW" altLang="en-US" sz="16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校長</a:t>
            </a:r>
            <a:endParaRPr lang="en-US" altLang="zh-TW" sz="1600" b="1" kern="0" dirty="0">
              <a:solidFill>
                <a:srgbClr val="00000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pPr algn="ctr"/>
            <a:endParaRPr lang="zh-TW" altLang="en-US" sz="1600" b="1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0FD3A54-32B8-4080-BF1E-D1137762F09F}"/>
              </a:ext>
            </a:extLst>
          </p:cNvPr>
          <p:cNvSpPr/>
          <p:nvPr/>
        </p:nvSpPr>
        <p:spPr>
          <a:xfrm>
            <a:off x="4151053" y="1092760"/>
            <a:ext cx="108234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TW" altLang="en-US" sz="14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團體辦公室</a:t>
            </a:r>
            <a:endParaRPr lang="en-US" altLang="zh-TW" sz="1400" kern="0" dirty="0">
              <a:solidFill>
                <a:srgbClr val="000000"/>
              </a:solidFill>
              <a:latin typeface="Topedia Sans TW Beta" pitchFamily="2" charset="-120"/>
              <a:ea typeface="Topedia Sans TW Beta" pitchFamily="2" charset="-120"/>
              <a:cs typeface="新細明體" panose="02020500000000000000" pitchFamily="18" charset="-120"/>
            </a:endParaRPr>
          </a:p>
          <a:p>
            <a:pPr algn="ctr"/>
            <a:r>
              <a:rPr lang="zh-TW" altLang="en-US" sz="16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工作人員</a:t>
            </a:r>
            <a:endParaRPr lang="zh-TW" altLang="en-US" sz="1600" b="1" dirty="0">
              <a:latin typeface="Topedia Sans TW Beta" pitchFamily="2" charset="-120"/>
              <a:ea typeface="Topedia Sans TW Beta" pitchFamily="2" charset="-120"/>
            </a:endParaRPr>
          </a:p>
        </p:txBody>
      </p: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12541616-3D35-4AC5-B899-607767D5F0F4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4692228" y="1646758"/>
            <a:ext cx="1177349" cy="169733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F7C96432-A846-4B08-ABA5-4C5C5461B04E}"/>
              </a:ext>
            </a:extLst>
          </p:cNvPr>
          <p:cNvCxnSpPr>
            <a:cxnSpLocks/>
          </p:cNvCxnSpPr>
          <p:nvPr/>
        </p:nvCxnSpPr>
        <p:spPr>
          <a:xfrm>
            <a:off x="7833359" y="1558834"/>
            <a:ext cx="0" cy="6916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EB7E3BFD-A167-4DB1-9DF3-6EF2425AB122}"/>
              </a:ext>
            </a:extLst>
          </p:cNvPr>
          <p:cNvSpPr/>
          <p:nvPr/>
        </p:nvSpPr>
        <p:spPr>
          <a:xfrm>
            <a:off x="7330659" y="974059"/>
            <a:ext cx="10054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05/06</a:t>
            </a:r>
          </a:p>
          <a:p>
            <a:pPr algn="ctr"/>
            <a:r>
              <a:rPr lang="zh-TW" altLang="en-US" sz="1600" b="1" dirty="0">
                <a:latin typeface="Topedia Sans TW Beta" pitchFamily="2" charset="-120"/>
                <a:ea typeface="Topedia Sans TW Beta" pitchFamily="2" charset="-120"/>
              </a:rPr>
              <a:t>協演老師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CD5B67A6-621C-4642-A51B-EE4233EE38E4}"/>
              </a:ext>
            </a:extLst>
          </p:cNvPr>
          <p:cNvCxnSpPr>
            <a:cxnSpLocks/>
          </p:cNvCxnSpPr>
          <p:nvPr/>
        </p:nvCxnSpPr>
        <p:spPr>
          <a:xfrm>
            <a:off x="9646435" y="1558834"/>
            <a:ext cx="0" cy="6916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C741076D-F0A0-4237-A814-95F33E8AA9E6}"/>
              </a:ext>
            </a:extLst>
          </p:cNvPr>
          <p:cNvSpPr/>
          <p:nvPr/>
        </p:nvSpPr>
        <p:spPr>
          <a:xfrm>
            <a:off x="9132516" y="974059"/>
            <a:ext cx="102784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07/08/08</a:t>
            </a:r>
          </a:p>
          <a:p>
            <a:pPr algn="ctr"/>
            <a:r>
              <a:rPr lang="zh-TW" altLang="en-US" sz="1600" b="1" dirty="0">
                <a:latin typeface="Topedia Sans TW Beta" pitchFamily="2" charset="-120"/>
                <a:ea typeface="Topedia Sans TW Beta" pitchFamily="2" charset="-120"/>
              </a:rPr>
              <a:t>男團員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90AFBB7-8579-4D49-9484-A3BD2234568F}"/>
              </a:ext>
            </a:extLst>
          </p:cNvPr>
          <p:cNvSpPr/>
          <p:nvPr/>
        </p:nvSpPr>
        <p:spPr>
          <a:xfrm>
            <a:off x="3731810" y="539886"/>
            <a:ext cx="69762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TW" altLang="en-US" sz="20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一樓</a:t>
            </a:r>
            <a:endParaRPr lang="zh-TW" altLang="en-US" sz="2400" b="1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AF111F5-5241-4833-9235-161136F32D7F}"/>
              </a:ext>
            </a:extLst>
          </p:cNvPr>
          <p:cNvSpPr/>
          <p:nvPr/>
        </p:nvSpPr>
        <p:spPr>
          <a:xfrm>
            <a:off x="9041140" y="568861"/>
            <a:ext cx="121058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TW" altLang="en-US" sz="20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地下一樓</a:t>
            </a:r>
            <a:endParaRPr lang="zh-TW" altLang="en-US" sz="2400" b="1" dirty="0">
              <a:latin typeface="Topedia Sans TW Beta" pitchFamily="2" charset="-120"/>
              <a:ea typeface="Topedia Sans TW Beta" pitchFamily="2" charset="-120"/>
            </a:endParaRPr>
          </a:p>
        </p:txBody>
      </p: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3359D00F-81F7-4E8E-9439-790CFB047FAF}"/>
              </a:ext>
            </a:extLst>
          </p:cNvPr>
          <p:cNvCxnSpPr/>
          <p:nvPr/>
        </p:nvCxnSpPr>
        <p:spPr>
          <a:xfrm>
            <a:off x="2101160" y="968971"/>
            <a:ext cx="4125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637F2580-8B1C-4197-8C32-9F4608A437D8}"/>
              </a:ext>
            </a:extLst>
          </p:cNvPr>
          <p:cNvCxnSpPr>
            <a:cxnSpLocks/>
          </p:cNvCxnSpPr>
          <p:nvPr/>
        </p:nvCxnSpPr>
        <p:spPr>
          <a:xfrm>
            <a:off x="7217446" y="968971"/>
            <a:ext cx="477425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2757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1489</TotalTime>
  <Words>718</Words>
  <Application>Microsoft Office PowerPoint</Application>
  <PresentationFormat>寬螢幕</PresentationFormat>
  <Paragraphs>528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Topedia Sans TW Beta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Angus</dc:creator>
  <cp:lastModifiedBy>承軒 杜</cp:lastModifiedBy>
  <cp:revision>52</cp:revision>
  <dcterms:created xsi:type="dcterms:W3CDTF">2025-08-01T15:54:46Z</dcterms:created>
  <dcterms:modified xsi:type="dcterms:W3CDTF">2026-07-22T18:45:54Z</dcterms:modified>
</cp:coreProperties>
</file>