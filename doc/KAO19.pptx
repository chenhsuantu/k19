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88" r:id="rId4"/>
    <p:sldId id="290" r:id="rId5"/>
    <p:sldId id="276" r:id="rId6"/>
    <p:sldId id="277" r:id="rId7"/>
    <p:sldId id="278" r:id="rId8"/>
    <p:sldId id="279" r:id="rId9"/>
    <p:sldId id="281" r:id="rId10"/>
    <p:sldId id="282" r:id="rId11"/>
    <p:sldId id="283" r:id="rId12"/>
    <p:sldId id="284" r:id="rId13"/>
    <p:sldId id="285" r:id="rId14"/>
    <p:sldId id="286" r:id="rId15"/>
    <p:sldId id="256" r:id="rId16"/>
    <p:sldId id="257" r:id="rId17"/>
    <p:sldId id="268" r:id="rId18"/>
    <p:sldId id="258" r:id="rId19"/>
    <p:sldId id="269" r:id="rId20"/>
    <p:sldId id="271" r:id="rId21"/>
    <p:sldId id="273" r:id="rId22"/>
    <p:sldId id="272" r:id="rId23"/>
    <p:sldId id="287" r:id="rId24"/>
    <p:sldId id="280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  <a:srgbClr val="FFE1F5"/>
    <a:srgbClr val="FF9966"/>
    <a:srgbClr val="CC99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12" y="126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366509-9570-4BF5-9659-13F143C98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21C1C7-903E-4A74-AF57-E29C99C29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47BF00-EA8D-4EFA-BB1F-07DC6877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984DB5-E16D-4F07-B40E-82A4E67A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B7E7D0-7668-4BDC-AC79-D0CE0B60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14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1C4E2-55C5-4894-8039-B2C5D42A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92098A-B9A1-4321-9612-D68FF2DC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0EDBEC-5CAB-4CC3-BD44-0691402D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D69281-9F9D-4276-A6B8-7E269B2F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586B94-5D1E-454D-93E4-A48969BB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96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F7D48-0065-4326-AD21-44644D19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8AA3C6-0F76-42AC-ADD1-E871A8097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EDC978-7E82-42BF-894A-4688D2A78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0D7F93-C59E-4523-8E51-CB73453E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410CF5-2BDF-4880-971D-3CF9E801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35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8840E-818D-4784-AC38-A54A706B6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44F0DE-CE01-40FF-8449-04CD99515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7F8B7B-F285-4F18-8F04-1C74D8861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E683B7-551B-4234-B6D4-862E415D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CA2924-8D7E-4369-B9E1-D554E4FF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44DCB3-D96C-40F6-A513-BB5D8648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56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90F83-98B3-404D-9FD7-B6D38301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44AF38-BB5E-425F-BFDD-F75277CAD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E5866-933D-4255-9EE4-F083711B7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0FE18D-F2A0-47DF-A60F-5B33A1068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652494-9E2B-4211-BEA2-8D473F49E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E86123C-E5E0-40CB-B3CC-E2E0E7C3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FFC4499-5BC3-4EDA-B072-62ABB094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B609F4E-894B-4B5E-8460-529ECACC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113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26DAB8-4EE2-4054-A5EB-77FDFDAD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C720D8-3C1E-439B-B067-18F619204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232ED9-0F7D-489E-AF51-D1742E06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5CF3F4-D5FE-4B93-8D38-6DB0E5F6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90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59DC72-4663-4017-B5DF-A5AC3E8D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E0BE8-C955-40B1-884E-F5DC5D8E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3D0080-2CE3-40E1-88AE-371CDB08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07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18D24-2B5C-4BCF-B238-EA30832F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E1CF69-7A89-48E9-B908-EA9C9E18B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2799F16-6343-482C-96DD-8DDC27077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5CA423-8C94-4F49-91AA-2398743E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14ADF0-F456-497E-AA10-E9D19ACEB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9D6363-091C-4759-9000-FE07C8AC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7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9BD12-57B4-4324-B057-FCC7CE68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532A5B-D779-4B58-B13A-02E720C93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169810-1D77-4702-B703-D6F81CE63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BF9509-1ADF-4457-AED1-9ECC7F82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F4CB14-702F-48BC-86D5-05CE205E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31C1C0-715E-4F83-BEBE-D5561B68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45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0B90BF-2E49-44A0-A2C6-F12AA83F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A8B90E8-398F-490F-950C-03695BE96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3CCD4-BA44-40D0-8BFF-786956A9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3F227E-2685-4013-89F6-DE12EDDC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D3CC23-F8D8-459A-B536-FC1992F6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10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B78348-4D5E-42C2-837A-DB7EB9E2F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C25CBB-5B2C-49AB-889E-AAE46E8C3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B1FF17-AC73-4625-A999-BC842721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65F6BA-E2C8-49B9-BD98-86384453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D17FEF-29A3-47E6-A55B-3C44C8F3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18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C895AE1-CD21-4DC3-ACAB-483235D5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B0333E-B37E-424B-946F-C5DE9491B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8527B0-69A0-42A5-83CD-04F398EBE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09336-4609-4ECB-A728-739D8DDF459E}" type="datetimeFigureOut">
              <a:rPr lang="zh-TW" altLang="en-US" smtClean="0"/>
              <a:t>2026/7/22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874807-F68D-424C-97CB-5AD157E80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363951-5147-473A-AA2F-147D64A53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3ECD1-76BC-4DCD-A93A-88FDDAD5D7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28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260997-E021-412D-9323-E73A13105B09}"/>
              </a:ext>
            </a:extLst>
          </p:cNvPr>
          <p:cNvSpPr txBox="1"/>
          <p:nvPr/>
        </p:nvSpPr>
        <p:spPr>
          <a:xfrm>
            <a:off x="9589142" y="6382195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22D7428D-42D4-4132-BCE1-1F41EE265E0B}"/>
              </a:ext>
            </a:extLst>
          </p:cNvPr>
          <p:cNvSpPr txBox="1"/>
          <p:nvPr/>
        </p:nvSpPr>
        <p:spPr>
          <a:xfrm>
            <a:off x="10471234" y="6096089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DC7B6611-4791-492B-8E5A-A0B6FA6C89AF}"/>
              </a:ext>
            </a:extLst>
          </p:cNvPr>
          <p:cNvGrpSpPr/>
          <p:nvPr/>
        </p:nvGrpSpPr>
        <p:grpSpPr>
          <a:xfrm>
            <a:off x="1376433" y="478932"/>
            <a:ext cx="9494824" cy="5473491"/>
            <a:chOff x="1376433" y="478932"/>
            <a:chExt cx="9494824" cy="5473491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0949A8E8-31C1-40B4-91CF-EB3A19BA2589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80FF94F4-EF3C-43D6-909F-A04A7C9FD29D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手繪多邊形: 圖案 120">
              <a:extLst>
                <a:ext uri="{FF2B5EF4-FFF2-40B4-BE49-F238E27FC236}">
                  <a16:creationId xmlns:a16="http://schemas.microsoft.com/office/drawing/2014/main" id="{3DAEDBD5-B6C8-4CDE-88CA-376D333B067F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8DA9C258-5404-4EF7-82E8-6FDEE61273B7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EC78E89E-7ABA-438E-84D6-0D9E5DDFB719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C53CF5F1-9379-4519-A24C-02E824235985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899925F-3CEF-4B3C-9CE9-DCDFD72C08BA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4F5F3787-D16C-4712-83EC-CB3635C5DFB3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410759B6-C34D-40BC-9E02-202D3BFDF59D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1CCE53C-C16C-45D4-89D8-982CE6B2E336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457E1034-6DF9-4AAD-974A-2C0C863DE5DC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147F2C0F-A470-492C-A862-B442927766EA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90A7C6CA-BB36-49D8-8E26-289CDBDFD8B1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8B3C5C78-5233-4A47-A405-5C1394155B18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05206FFD-98F9-4751-A41C-2444857C17AF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9FD0DA61-0524-42D8-98C9-050925C7270B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95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上／龍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46933808-2226-4F33-B2AC-D82F822AC5B4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E128EEF3-101B-4A20-A824-2888AD42CA02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2B9513C4-26E2-4341-9C6D-80EBD2DCC058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7A4AFDF1-1633-406F-8531-BC12A46BB9D1}"/>
              </a:ext>
            </a:extLst>
          </p:cNvPr>
          <p:cNvSpPr txBox="1"/>
          <p:nvPr/>
        </p:nvSpPr>
        <p:spPr>
          <a:xfrm>
            <a:off x="9903717" y="6477768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360C7CE6-54FB-4424-8678-756199FA927B}"/>
              </a:ext>
            </a:extLst>
          </p:cNvPr>
          <p:cNvSpPr txBox="1"/>
          <p:nvPr/>
        </p:nvSpPr>
        <p:spPr>
          <a:xfrm>
            <a:off x="10785809" y="619166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1D00218B-E953-44CF-A39F-E4DFD7FD0AF3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E90E28BB-8FFA-4ECD-AE66-D18A43C11BD9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4B2C6AC-2889-400E-874B-CF832DFCF5AA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F87A51B6-5A2E-4C44-AE36-AEFFF7E020B0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4B9CD7F3-1C63-4F02-96DF-4AA8A6AFD846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7F5B4115-292F-4433-A702-C42A0031A702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A08D660F-74AF-4E32-ACF5-145CA17FB441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DB16F325-A95F-4438-81BA-35396FE27BF2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AEDB4EC1-55E0-4FAA-8602-B3C0F4E7619F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367DFF41-C1DF-4EFB-96ED-22AA16EFBFAE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76A2DA99-B416-43FE-B9D2-33996C177E41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565AA3A1-FC29-4199-AC85-6F9B16CCBAF8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6E6A1DA7-3CFE-4FA2-9493-4C9199300F01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203" name="群組 202">
            <a:extLst>
              <a:ext uri="{FF2B5EF4-FFF2-40B4-BE49-F238E27FC236}">
                <a16:creationId xmlns:a16="http://schemas.microsoft.com/office/drawing/2014/main" id="{629D563E-6BA6-474C-9164-3A575B74A1AD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10C18A7A-488C-44EB-B40E-FA99C19DCDB9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B238A5B3-6B3B-485A-9017-40105ED8E01C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8A3EFF38-470C-4ABF-873A-8AEA42069BC6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7" name="手繪多邊形: 圖案 206">
              <a:extLst>
                <a:ext uri="{FF2B5EF4-FFF2-40B4-BE49-F238E27FC236}">
                  <a16:creationId xmlns:a16="http://schemas.microsoft.com/office/drawing/2014/main" id="{EE5EE117-6466-4838-B1D2-6FE372AAB354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F2CF7948-9AE7-4B7B-9E8A-1EFD81A17CD3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9EA90127-95DC-4772-BDBD-AB3F0F68EAAE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0" name="橢圓 209">
              <a:extLst>
                <a:ext uri="{FF2B5EF4-FFF2-40B4-BE49-F238E27FC236}">
                  <a16:creationId xmlns:a16="http://schemas.microsoft.com/office/drawing/2014/main" id="{D9E41EDD-3371-44D9-B538-23102C815451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0B152C1-5EF1-4B3C-A823-F134F9FB8E8D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A5528969-A6CC-429D-B9C3-D5931140FD36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3784A68F-94AF-42DB-8300-C252E8282F80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4345B59C-B493-406C-BAB1-E10719E60B7D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D5652ADA-F526-48DA-9194-593D076F6D1C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1C0D7699-3B5C-47CB-8585-E3926EDA10E1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A54715B6-87F4-44A8-9C0F-24C919A4CE09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40DCAD9F-7016-40D8-A044-93509C5C4B45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橢圓 218">
              <a:extLst>
                <a:ext uri="{FF2B5EF4-FFF2-40B4-BE49-F238E27FC236}">
                  <a16:creationId xmlns:a16="http://schemas.microsoft.com/office/drawing/2014/main" id="{13D77C20-E05D-47EB-B835-13237D643F1D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5C65B13C-5438-4ADE-AAC1-5781F53174E5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221" name="橢圓 220">
            <a:extLst>
              <a:ext uri="{FF2B5EF4-FFF2-40B4-BE49-F238E27FC236}">
                <a16:creationId xmlns:a16="http://schemas.microsoft.com/office/drawing/2014/main" id="{7B92BE09-D976-4F3B-9001-DD469B860E5F}"/>
              </a:ext>
            </a:extLst>
          </p:cNvPr>
          <p:cNvSpPr/>
          <p:nvPr/>
        </p:nvSpPr>
        <p:spPr>
          <a:xfrm>
            <a:off x="7401563" y="336491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BFFE73B1-E893-4D25-B147-9B41E3E0C265}"/>
              </a:ext>
            </a:extLst>
          </p:cNvPr>
          <p:cNvSpPr txBox="1"/>
          <p:nvPr/>
        </p:nvSpPr>
        <p:spPr>
          <a:xfrm>
            <a:off x="10023653" y="6210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12DC0077-4B49-4FA8-AE63-B07E97BC37A0}"/>
              </a:ext>
            </a:extLst>
          </p:cNvPr>
          <p:cNvSpPr txBox="1"/>
          <p:nvPr/>
        </p:nvSpPr>
        <p:spPr>
          <a:xfrm>
            <a:off x="1881456" y="6278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19046D95-F35A-5D65-A6A2-65CCD7DC77B8}"/>
              </a:ext>
            </a:extLst>
          </p:cNvPr>
          <p:cNvSpPr/>
          <p:nvPr/>
        </p:nvSpPr>
        <p:spPr>
          <a:xfrm>
            <a:off x="9035534" y="339803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37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024A4-A7E8-E5BE-6AEC-FCEAB10F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7C5D2B14-1F0D-1CA6-33EC-9717F2AF1BB1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2F9E1830-FE94-7761-D16B-B709FCE6B34B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3651D38B-55E2-BE96-C6CA-BB731E997354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F91EF2AB-326D-F51A-B590-9C05F952B6A7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4A909456-F3AF-8D85-1C05-667DA892B869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8DEF481-484B-94AD-EBB7-5268BB038A3C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5BFAD6D3-27B4-5409-A06A-488C950DBD07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488D30F2-CD68-E54F-8492-2518093F8F2A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C73D7026-958F-252C-932E-7C7B8A9046C4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4D4EB5F1-EE94-725E-A796-0598AC488EF7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2AD1882D-D520-B301-44CF-20E45F2A1546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26321B8C-F281-BB10-F0CB-8C443384BE48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C427B61C-73BC-BAF6-C398-11AEAF553D1E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8ECE880E-9A3B-469A-FEBC-1372BCD40C75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4A07D459-4CCF-8201-D1DC-5FCCEF30F3DF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8337AC60-42B4-6BD7-30AA-D4F03F660159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7E533DB9-1B16-DDA5-58E8-7F1217252CB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AA6FC64C-6B7E-162E-9E5D-0D4BB2AF25CE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B5F6F838-5131-3ACE-8483-A6B6B46225D0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7FA5E07C-EEBC-591A-B54A-38C6D2FBA439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C748456C-6766-327E-F284-14D11434157C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110A1F72-B658-6F7C-1495-0264AB0A08AA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C323A2B5-A63B-3BC9-7430-0AD40C971EE8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8CCC54C9-14DE-309A-C293-5BB7A448D33E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3442A415-7289-8C10-73BF-4B37D4A5D5B6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207C79E4-2323-945A-A34A-1FD4FD67F47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4CCF3371-3951-BD89-6418-C2D49C52EC8B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FA2998A5-1273-CFB1-7011-8F2828B7C07C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12EAC682-57BD-1512-1D44-90C729BB7496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969ADDD4-6305-0CF7-BEE5-7031A83A74BB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77B6181-F4F5-E4D4-8809-75FD1FEEE61F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E39F5BB1-B98D-F7CA-55C4-ACFDF9358F92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0A9CF7C1-1C5D-0717-DBD3-3AFD3B071191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21CECFAD-EA61-7EE4-3A2D-046ED3D4F51A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E8C63FBC-BB03-8185-A398-7B3E8DCEA40D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2854E450-9D31-DD87-CFCD-478575D5FD78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8D2C187A-84C1-1F59-FD7E-FE4D000ED46C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FDC2F0C8-C978-CCD6-6EF8-F2D3FBD135C6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98D37A88-328B-8310-486B-46F5427F2FA5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E1085E2B-87D7-DF75-87AF-AFCEDD5EDE35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72D1A6DE-C67C-1684-6D84-7D5E6C141E6D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A541069C-3A9A-A319-0F54-20686DFF0AE4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7E8A3023-999E-DF7B-E610-D5C747A68040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D4B2822F-7D3F-EBDD-9E33-C872B6EC9443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0B5B9619-B89F-44DB-8A53-894198161015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AF5A4F93-59F2-76ED-0CDD-2641D25555FB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B98BEB26-2B57-26DB-95B7-29372601832D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9D1EACD7-6F30-8813-40B5-CD0578F522B3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EEDDC416-13A2-526A-6A31-06333D22F831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70377792-D17D-9133-D080-7595B305BC09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BF0A9293-C633-67DB-9AD1-D652FCF46DB7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9CEDE0EB-8EB5-F5D4-43B1-373CB0658201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56D5F2E4-DD7C-B297-971E-2B4DD3A291E0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56AED07B-5313-B5E0-5C26-19FFB4440C4A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3D09D96D-7B5D-E121-934E-458374620635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90DF894D-FC73-CEE6-181B-4883D43B5BB1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591C742-E615-0C85-0922-C371DB32DF1E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899C695A-80EC-9C98-AF73-31AEEC5CBF07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4B927E05-E8F9-811F-DAFB-54E5604F901D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9DAA7C1D-AB03-379A-84B4-1CCFB6382563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93EFE766-BEE7-910F-B9F8-12BBF913C647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D4A39649-EC29-3CAD-66F6-49999D3153D8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BADF17F3-4E47-E333-DF49-3EAD84257160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A539E77E-D3A0-969F-E950-9343FFB4C61E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01A12899-5E39-AF87-82ED-AAE88D4B81C7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D072491D-73BE-8C34-7020-32AA3A8653FE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FFCE834A-0849-C179-2E55-A18598511C0D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89C5381E-510D-D428-C27E-94B4159043B3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9FEF9C21-801A-BB35-ED2B-955FAAEA0326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22A7CEB9-6D92-CBEA-E881-CFF7D87AB52F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99599260-E109-0615-FFF4-7002F13A5BA3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AC9B991B-33E8-4DE0-F1FE-24F1B4C9EF08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92BB27B6-A791-046B-5159-82768D475CB7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87E55445-0CF0-FB7D-1E3D-7017C5C64EEA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60E6F176-A886-BAB0-988A-E11B0A655B4E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F21D3DE8-9122-4AC3-8DDC-F73478AEC0C3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8FC92559-7A88-870A-2237-36DC0D195F97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8975044-3AFD-6C40-1853-1F183ADD3E5A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5C4C9533-2377-523D-74D9-8ED7556051A0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BFA03DE6-9511-2AF6-571C-55BB774F822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5303C116-9F68-5DF5-A8BA-0B71AE74C2D0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0A392875-ABCC-4751-6B40-09CB1E5372CD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A326B62C-A7A5-5D12-6D69-E41EEBB0A376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1BA832F6-CEA6-A57A-E650-99BF70EB010F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12CE806A-4FF1-CB0B-21D9-8AB79CD6B4CA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3E0C92DD-2170-2F1F-3194-F81E5D292A19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21F0E2E6-C8FE-C232-2479-429D3FD303CD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0F6CBB06-BFED-7F3B-492B-140E89FEB12B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B1B0FC56-2FF5-1978-1E1B-61CD4F0766E1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34533053-AD6A-EA67-BD22-BD2410E18F43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5DA7F49B-F261-8951-7173-93C8A053DCD9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C1B7C797-1E7E-3480-751C-56EFC8C766F4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3B73BAEF-7A40-7797-70C3-8B2B5FEDC14B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78D68A6-B2D6-F1A0-458A-2430403F5101}"/>
              </a:ext>
            </a:extLst>
          </p:cNvPr>
          <p:cNvSpPr txBox="1"/>
          <p:nvPr/>
        </p:nvSpPr>
        <p:spPr>
          <a:xfrm>
            <a:off x="-1089" y="2671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龍</a:t>
            </a: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5400589F-F7C1-3B5C-160A-108F306E86F9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2747D0EE-CFF0-8855-8449-9DAC4642931B}"/>
              </a:ext>
            </a:extLst>
          </p:cNvPr>
          <p:cNvSpPr/>
          <p:nvPr/>
        </p:nvSpPr>
        <p:spPr>
          <a:xfrm>
            <a:off x="3933732" y="534163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25ED20E2-1457-0D02-F907-E26CC4636DEA}"/>
              </a:ext>
            </a:extLst>
          </p:cNvPr>
          <p:cNvSpPr/>
          <p:nvPr/>
        </p:nvSpPr>
        <p:spPr>
          <a:xfrm>
            <a:off x="5343074" y="455752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4D7E79B2-A6D4-A01F-8E2C-6A1441DCF7AB}"/>
              </a:ext>
            </a:extLst>
          </p:cNvPr>
          <p:cNvSpPr/>
          <p:nvPr/>
        </p:nvSpPr>
        <p:spPr>
          <a:xfrm>
            <a:off x="7278441" y="488510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6D784C02-D00B-33B7-FA58-972E00D12978}"/>
              </a:ext>
            </a:extLst>
          </p:cNvPr>
          <p:cNvSpPr/>
          <p:nvPr/>
        </p:nvSpPr>
        <p:spPr>
          <a:xfrm>
            <a:off x="6002544" y="44974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185C69A1-B82C-3A5B-BC46-4FF4619E6957}"/>
              </a:ext>
            </a:extLst>
          </p:cNvPr>
          <p:cNvSpPr/>
          <p:nvPr/>
        </p:nvSpPr>
        <p:spPr>
          <a:xfrm>
            <a:off x="6688182" y="44871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73751B76-E470-082A-83AC-362BD9309F16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131A580C-1B55-D7C5-6C88-616F0DA8101E}"/>
              </a:ext>
            </a:extLst>
          </p:cNvPr>
          <p:cNvSpPr/>
          <p:nvPr/>
        </p:nvSpPr>
        <p:spPr>
          <a:xfrm>
            <a:off x="7891563" y="536009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88950ED8-CBFE-9CE6-A7A0-7199EF881B8B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10739821-7BF3-0AB4-38C3-6CD5801F764B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74EB1CB-95C0-DAAA-5977-B57C9DE9FF80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57B25DBF-CC02-1CAA-B45E-92362F3DC032}"/>
              </a:ext>
            </a:extLst>
          </p:cNvPr>
          <p:cNvSpPr/>
          <p:nvPr/>
        </p:nvSpPr>
        <p:spPr>
          <a:xfrm>
            <a:off x="3461723" y="469359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49B43553-DF52-1952-A404-EF21FB73A752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47B3920B-8D73-1A10-2EF5-94B62191DFC4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540806DE-2C53-9492-201C-1BAB881365F8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28F61476-6759-0736-54E8-FB5A8F4A11E0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3FC2E06D-455C-7216-CA59-6F8885BAEA6A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CA9E2CBD-5241-7D68-8B5A-F058D544BE10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28FA92EB-1FFE-5828-C385-BF6ED2DE0757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76A8A523-FCB7-95EE-3E12-A7BDB8AB81DA}"/>
              </a:ext>
            </a:extLst>
          </p:cNvPr>
          <p:cNvSpPr/>
          <p:nvPr/>
        </p:nvSpPr>
        <p:spPr>
          <a:xfrm>
            <a:off x="4564557" y="476073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C31D7FB3-2C57-B45B-6ECE-7F674BA06BDE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F88BF5A4-5F88-535C-66BF-D1FA0F575028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F7CF09F5-7D51-C756-7A90-E95AFA12A49A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782D6FF4-6059-7ECF-885C-958402C5B583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C42AC826-991C-BA23-B10D-7AA264F47FE1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66B75E67-A1C7-065B-D9FF-0555E40AD62D}"/>
              </a:ext>
            </a:extLst>
          </p:cNvPr>
          <p:cNvCxnSpPr>
            <a:cxnSpLocks/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E4E91E5F-CED6-28FE-FE0E-E5F74C33DD0C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8DE370C1-4302-3390-FD03-69FEA3C3A263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8E21CC41-82BB-EB19-3E73-A8C9550CA253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FDA0222A-A615-F6DE-B6FB-74FAE48D976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ACCEB628-FC11-BC27-6D7E-0E415706BA1F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105C7413-CDBC-98AF-9F18-9135FF9D03DC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8A7BBA29-12AE-01B1-A1E1-4B28D2A62B05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51F62EE7-7C50-1D38-7F16-39055D1A82CC}"/>
              </a:ext>
            </a:extLst>
          </p:cNvPr>
          <p:cNvSpPr txBox="1"/>
          <p:nvPr/>
        </p:nvSpPr>
        <p:spPr>
          <a:xfrm>
            <a:off x="8739663" y="6572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9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7124A873-2187-338A-3625-D46C0AC49317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11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C3184DF7-9DC4-05E2-9DEE-86940897D598}"/>
              </a:ext>
            </a:extLst>
          </p:cNvPr>
          <p:cNvSpPr/>
          <p:nvPr/>
        </p:nvSpPr>
        <p:spPr>
          <a:xfrm>
            <a:off x="4546453" y="3948160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B6956D37-1FD1-C89D-DF9F-BDA7D3F7228B}"/>
              </a:ext>
            </a:extLst>
          </p:cNvPr>
          <p:cNvSpPr txBox="1"/>
          <p:nvPr/>
        </p:nvSpPr>
        <p:spPr>
          <a:xfrm>
            <a:off x="9903717" y="6477768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D8123F07-7C12-56FE-5298-8163AA0349F2}"/>
              </a:ext>
            </a:extLst>
          </p:cNvPr>
          <p:cNvSpPr txBox="1"/>
          <p:nvPr/>
        </p:nvSpPr>
        <p:spPr>
          <a:xfrm>
            <a:off x="10785809" y="619166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F7977D46-F666-E940-4F08-F404A5CF49A1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2E5E0A3D-26A7-FC97-8EDD-2B864428D750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C798431A-75B4-82C9-CB73-2C5BF957F5CA}"/>
              </a:ext>
            </a:extLst>
          </p:cNvPr>
          <p:cNvSpPr/>
          <p:nvPr/>
        </p:nvSpPr>
        <p:spPr>
          <a:xfrm>
            <a:off x="3147694" y="394816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02868A64-C018-7A1F-4389-D790FB23D822}"/>
              </a:ext>
            </a:extLst>
          </p:cNvPr>
          <p:cNvSpPr/>
          <p:nvPr/>
        </p:nvSpPr>
        <p:spPr>
          <a:xfrm>
            <a:off x="5196086" y="369876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D7D193EA-88B1-34B1-8D85-B20DB3330EE8}"/>
              </a:ext>
            </a:extLst>
          </p:cNvPr>
          <p:cNvSpPr/>
          <p:nvPr/>
        </p:nvSpPr>
        <p:spPr>
          <a:xfrm>
            <a:off x="6876097" y="312182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74EB7F88-8E80-4337-39F9-BBE4289A8CD2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89D0BCEA-BB62-AA86-9EEF-1C4DE3BF9C7A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2B4F6423-4A99-16D7-F490-536A3BCFF646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85DB77FD-6CB3-EC7C-16EB-3CA8C4885FE3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005E9CB0-678C-A556-CBE8-5C6A78614563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29188C08-6AD1-9677-2AE0-CE7834839E6E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2D1B3711-822F-67C9-FED5-6CE8455329F0}"/>
              </a:ext>
            </a:extLst>
          </p:cNvPr>
          <p:cNvSpPr/>
          <p:nvPr/>
        </p:nvSpPr>
        <p:spPr>
          <a:xfrm>
            <a:off x="6268478" y="302375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203" name="群組 202">
            <a:extLst>
              <a:ext uri="{FF2B5EF4-FFF2-40B4-BE49-F238E27FC236}">
                <a16:creationId xmlns:a16="http://schemas.microsoft.com/office/drawing/2014/main" id="{C0B7EFFB-2738-438D-0024-A864F864DA39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EC9209F4-D563-8FB5-EED0-6A7EE4365C39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6B366FCB-8690-82F2-7CA5-647905F97D66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1F78CB5F-2C6B-EF15-B0AF-E925BEDB81C2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7" name="手繪多邊形: 圖案 206">
              <a:extLst>
                <a:ext uri="{FF2B5EF4-FFF2-40B4-BE49-F238E27FC236}">
                  <a16:creationId xmlns:a16="http://schemas.microsoft.com/office/drawing/2014/main" id="{2C302B5E-28A0-220A-FD34-B5719E6A07CE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0A9708C4-E686-2914-B726-6E8FA82B974B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63AC19FC-2DB9-E134-C059-9605580F1583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0" name="橢圓 209">
              <a:extLst>
                <a:ext uri="{FF2B5EF4-FFF2-40B4-BE49-F238E27FC236}">
                  <a16:creationId xmlns:a16="http://schemas.microsoft.com/office/drawing/2014/main" id="{09F2E916-8FAE-716A-4BE0-C468E6D971B0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376EFE5-0359-D2B1-2388-4C5C4FF22C1A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6F36F84D-C762-E4D9-4EBD-468D4CAC6E8B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7FF548DD-06A2-DF62-B9EA-1ADA093E888A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7454B541-13E0-68F5-AD48-CB575D4E777A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175017DB-94B1-83AD-50E9-32CFD98AB9AF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640D4427-D6D9-43F5-EF70-B0575F9D2712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BF9F8BAB-BF4A-DA06-F26A-A8A9DAC0806F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3641666B-8F82-F5DF-2B30-13C7224E4B44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橢圓 218">
              <a:extLst>
                <a:ext uri="{FF2B5EF4-FFF2-40B4-BE49-F238E27FC236}">
                  <a16:creationId xmlns:a16="http://schemas.microsoft.com/office/drawing/2014/main" id="{CF12595C-74E8-AA09-C936-3D4C75906652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3776EBAC-93AB-2840-FAE4-95796ECF952A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221" name="橢圓 220">
            <a:extLst>
              <a:ext uri="{FF2B5EF4-FFF2-40B4-BE49-F238E27FC236}">
                <a16:creationId xmlns:a16="http://schemas.microsoft.com/office/drawing/2014/main" id="{8C7CD39E-BF6D-A318-81A5-F35DD6A5DE7D}"/>
              </a:ext>
            </a:extLst>
          </p:cNvPr>
          <p:cNvSpPr/>
          <p:nvPr/>
        </p:nvSpPr>
        <p:spPr>
          <a:xfrm>
            <a:off x="7401563" y="336491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BsCl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2A046E61-90C2-2389-1932-180138A6650B}"/>
              </a:ext>
            </a:extLst>
          </p:cNvPr>
          <p:cNvSpPr txBox="1"/>
          <p:nvPr/>
        </p:nvSpPr>
        <p:spPr>
          <a:xfrm>
            <a:off x="10023653" y="62108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15</a:t>
            </a:r>
            <a:endParaRPr lang="zh-TW" altLang="en-US" b="1" dirty="0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3CB2769F-8BA5-29CC-AA75-4D4C24608587}"/>
              </a:ext>
            </a:extLst>
          </p:cNvPr>
          <p:cNvSpPr/>
          <p:nvPr/>
        </p:nvSpPr>
        <p:spPr>
          <a:xfrm>
            <a:off x="9035534" y="339803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37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17C1-AE76-8AAA-B3FF-63D187F0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B7763BF5-6FE9-D49E-CCA4-BA20F7D50F40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DE0932B0-B3E1-6B5A-CAA8-6B00937C82D2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C7A909F6-87B2-29DC-665B-D89AD6EA198E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73186DED-8D29-BB16-F35F-85AAAA00411C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536C5CFE-D6FB-FAA5-C232-0977E9717B30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2A94DFD1-CA04-CB37-C388-0D6F4C4E085C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D1CD0D37-4E02-5841-2EE0-6A4342E405F7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3AE49272-7625-EA7E-AA81-6A141D0A613A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C90E5302-59A0-5065-927F-A6B3A4517105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E02DB11E-FDB1-1C12-2F5A-F93FB2154B8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E99A8D40-7064-FC18-DBF6-AAB1D72A5E8D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48DCC4C6-6358-63D1-8BA9-152C41B8EBDC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46D4C448-BE74-9BA0-A030-65D0814B5FBB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8CCB9D82-75C3-61C6-E146-02F8EF88FF30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FBC28047-1FF0-668D-250B-64AFFA532459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0AE99A7-55FE-9A4A-4348-C6733669DC1D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2499FF06-DA32-4646-F544-C1C6BC82B602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A84FEB57-B01C-A73F-D14E-03601742D89F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8342817F-FB8D-8312-F9A6-E231D14E8F12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EAF3053A-9B7E-641B-82B9-63B303F19105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BA70E971-87A4-5162-D776-DF565399917B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5B52C796-E861-74F2-B8CB-84C6CCFB3E5D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3616B12F-1731-F286-238E-513C83F17AF2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36A3CD99-40BF-8F22-B9CD-2062F4E8168A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71C0C7DB-461A-FD5F-4FD9-2261BB13F3C9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99808B03-C55E-BCEC-DB62-FEDAA3646E39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CDB71E97-B1D8-CE0B-CD6D-38AD8CCA9BF7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50FBBD7-4B12-DD69-BB6F-6B370D10B2D7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527291C8-2141-1D15-D80C-1B90B3012359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CBCA6B2-B2F6-8CB2-A502-DB51B87D2A9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FC894497-1158-BCEA-175D-D58B7E51AB1C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9D6146E7-F088-34BA-CEA0-D88B35FC2A7F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4847342A-8D9A-6AD5-6BF2-0D4E1D932A56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8B1F6D68-DF71-714E-A286-FA24D30BF290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45CD4A4F-C755-DD4E-D92D-B7B79C38B05C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2F5BA74C-14B6-569F-FDBF-FF4B0AEE80C7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6D0687EC-87AD-C01A-FF0A-61ADF7D10D9A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805C3046-CDC7-80AD-C73E-674014C4E9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83CD6A39-BA77-D774-31CE-920A0A15DBA0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2202118D-73DD-4AC3-288E-F3DAB72F2BFE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89635007-143A-70B5-BCAF-719C198439D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3BEF118D-9E40-76A3-9D30-98CAE13456ED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792D36C5-A7CB-65E2-DC80-8B3979DF5597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0E2A5BA1-D15B-DC5C-FC44-58FE42E0933B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11780FDE-3B39-08B0-FF14-98D0AD4944A7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ACD26410-C50B-B2F1-5FE2-131142757126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36A36FB2-8CFC-9D16-5B39-B5A427E1F820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40C2FED1-BFD1-6470-1525-54C25B6F8033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4872D7CC-DCF9-E8C6-6DCE-199DDC7A5716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CD8E39E4-7618-DB6F-3D97-56ED35286F1E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38100C61-E0AC-FA33-4DBC-49276EEC355C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3B26DC6F-0C8F-C87A-729E-86EF2109E498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F2400FC-002B-A60E-382E-235EACB05B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4DE171CA-7D9D-ADF1-5930-292A86667BD5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4D35D1E2-B028-127C-5462-F938C3B1EB3E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F21ED9C9-6597-CDCF-AE30-275F8657D307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8E2BA4A3-C68C-71D7-BD09-7670745A0A17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FDB1B7DA-CECB-03EA-7387-37C2AF8AC684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98F1F33E-3A4E-46A6-5AB6-90FD6974B425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6D0E0782-67A6-D395-97CE-46E6A4F8C922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32D56588-0909-4270-205A-F2DB575AF355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DCE1A020-AAE2-6A90-18C4-8B40F8C50570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F1DCC47D-1DB1-F071-555C-93B089105B49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4477EF78-061C-5776-D8BD-71183DFE7548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970A9098-5086-E169-F8E2-0DF641CAC034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45560B09-DCDF-85A4-47A5-BE6985C9ECF3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ABA9E69-53AA-EB52-441A-165B23D5147D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E24FE9BB-7C65-08DB-1356-B6F6CD5C8C0D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B9BC6E8E-B6F3-E26E-775D-C62521324B52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8DB0B7FE-1933-C36B-F295-E431A667CB30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6525E1D6-10B1-AE33-A3D4-5E641A9DCE60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9F96491E-CF1F-8239-379D-D6EBE657C096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7C1ABA56-3A60-E12B-F2EB-59DB5119497D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B6907B57-428F-A6E2-01AB-B760B1866BE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EFE3EAD1-5328-071E-657D-2842AB32D722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2B412CED-7EFE-7A82-3DE5-EB3E78115B92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145B764E-1689-7343-E5D5-D5DA3BE7FA0A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069450B5-2509-6B69-D7E0-F7639D99E225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DF414D7A-121D-A95A-4707-D0516F918B75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819A21FD-93F2-11CA-C345-D226490C4941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FCCF9904-AC30-38EB-4B9B-5E063A3471A7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3FA1E570-F612-59B2-9FBA-E8B3AC76F73C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BCB5BC7A-68E2-098A-3A50-686DF618A1E7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6D89A956-957E-BAD1-CF6D-8DEB6EFA6E48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22995FAD-2550-49FB-510E-DAC3464A30D1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B4876948-926B-E105-9868-9FAB96D2958D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1A3C2787-7D9B-DB0A-6942-0E537E7F8C2C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B3AFC94B-6941-83DC-C191-F3DFCC4471BB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782E3007-1864-70B5-5249-3D11898DF571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9F61D08F-5B32-BB03-C117-58E567C8682C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71E5C450-BD83-ED08-C994-299A285E1EB2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FDCAF8D-B5DF-B389-82E8-59D0A41EE8D4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A36E9860-947D-C836-A0F2-25799D594491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2F1831B-43EE-231B-BCA3-2B4816A2AB36}"/>
              </a:ext>
            </a:extLst>
          </p:cNvPr>
          <p:cNvSpPr txBox="1"/>
          <p:nvPr/>
        </p:nvSpPr>
        <p:spPr>
          <a:xfrm>
            <a:off x="-1089" y="2671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星</a:t>
            </a: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3E9A6D7E-AC4F-8E44-CAF3-3978984A897B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0BB87BAA-41BE-45BE-1707-0E18DCAD4485}"/>
              </a:ext>
            </a:extLst>
          </p:cNvPr>
          <p:cNvSpPr/>
          <p:nvPr/>
        </p:nvSpPr>
        <p:spPr>
          <a:xfrm>
            <a:off x="3780251" y="5393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EF048E95-1805-FD39-F3E6-8BCE35EF130C}"/>
              </a:ext>
            </a:extLst>
          </p:cNvPr>
          <p:cNvSpPr/>
          <p:nvPr/>
        </p:nvSpPr>
        <p:spPr>
          <a:xfrm>
            <a:off x="5119846" y="446385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8853D84B-218D-EE05-572D-8A95530902F8}"/>
              </a:ext>
            </a:extLst>
          </p:cNvPr>
          <p:cNvSpPr/>
          <p:nvPr/>
        </p:nvSpPr>
        <p:spPr>
          <a:xfrm>
            <a:off x="6975103" y="466941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486DEDAE-F0F9-3604-2027-E70C58738D51}"/>
              </a:ext>
            </a:extLst>
          </p:cNvPr>
          <p:cNvSpPr/>
          <p:nvPr/>
        </p:nvSpPr>
        <p:spPr>
          <a:xfrm>
            <a:off x="5778523" y="438919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A7208D5C-2C8E-3EDA-7047-C84A7BEED9A9}"/>
              </a:ext>
            </a:extLst>
          </p:cNvPr>
          <p:cNvSpPr/>
          <p:nvPr/>
        </p:nvSpPr>
        <p:spPr>
          <a:xfrm>
            <a:off x="6363682" y="444763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F84C9617-3071-3396-EFBC-A2186BC49274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E6ADD50-43EC-CFF5-8B6F-22F3655E946A}"/>
              </a:ext>
            </a:extLst>
          </p:cNvPr>
          <p:cNvSpPr/>
          <p:nvPr/>
        </p:nvSpPr>
        <p:spPr>
          <a:xfrm>
            <a:off x="5714423" y="385205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D0B39F7D-F89F-D0E0-CDB1-2DC5BCB961A7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64D65A1A-03D3-D505-12DC-63A6E44C933A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62CB5FB3-0C3D-2569-A52E-90E3A428ADFC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AF16B824-AC6F-0AF1-E203-8DE3CC5A98DD}"/>
              </a:ext>
            </a:extLst>
          </p:cNvPr>
          <p:cNvSpPr/>
          <p:nvPr/>
        </p:nvSpPr>
        <p:spPr>
          <a:xfrm>
            <a:off x="3461723" y="469359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05A24BE-8582-917F-BA30-8DC08A4A559D}"/>
              </a:ext>
            </a:extLst>
          </p:cNvPr>
          <p:cNvSpPr/>
          <p:nvPr/>
        </p:nvSpPr>
        <p:spPr>
          <a:xfrm>
            <a:off x="4005622" y="422240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19B2E550-3E66-E005-FD5B-AE92806D5C52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13E114FC-0049-44B5-BCA9-371EC8A1359B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498AAFD7-CBC9-CE3D-EDA9-34C2700AE429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789549DD-1FBF-9C76-E43D-FE979CACFDAA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C1E03A9-EDA2-A38A-B4F7-AF71D4D5F836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2A1935A6-58DF-5B89-3EB5-D61B63765D74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6EC87D15-F9CB-C960-0553-07B421949AE2}"/>
              </a:ext>
            </a:extLst>
          </p:cNvPr>
          <p:cNvSpPr/>
          <p:nvPr/>
        </p:nvSpPr>
        <p:spPr>
          <a:xfrm>
            <a:off x="4241290" y="488565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DEED8A6B-6F2E-06E4-C4FA-C7AF4D9268B2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445A6CF4-2A06-B16D-3306-16A48D96B212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47BCA150-FBF2-2843-1A1D-9B4DEDC4F52F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19129BC2-882D-6E2D-611F-391908B5BFEC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824480EA-7392-745B-9C1D-EEAA9CE12B47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F6A51EE-426E-6ACF-E56D-86A8166A04A3}"/>
              </a:ext>
            </a:extLst>
          </p:cNvPr>
          <p:cNvCxnSpPr>
            <a:cxnSpLocks/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7A26F7A7-FF38-645B-0F0E-CB6044B22FEC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F38722E8-7DFF-0C77-1763-C1AB82AF58E9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170BB0C2-EC2B-B455-E4C7-F170CBC76114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94F11B25-6E38-C0AB-98C4-8A2FCB7A7817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CEC4E419-50CD-67B3-329B-0280AD3637A4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34890373-6463-A588-1081-C0128FC5F2C9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5815FD9D-BBBB-A0E4-CB62-E4484F3FF870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2B6DB8D6-CB09-A2B2-5A47-5E6E5C633A86}"/>
              </a:ext>
            </a:extLst>
          </p:cNvPr>
          <p:cNvSpPr txBox="1"/>
          <p:nvPr/>
        </p:nvSpPr>
        <p:spPr>
          <a:xfrm>
            <a:off x="8584824" y="65302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4DD9C344-AD5B-D7D2-1C43-38EB9ADA4B6F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14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E5DB9991-A3B5-38EE-0BEB-20D001AE46F3}"/>
              </a:ext>
            </a:extLst>
          </p:cNvPr>
          <p:cNvSpPr/>
          <p:nvPr/>
        </p:nvSpPr>
        <p:spPr>
          <a:xfrm>
            <a:off x="4546453" y="3948160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51A0C884-9A5C-1641-5E9F-23247B64C2CE}"/>
              </a:ext>
            </a:extLst>
          </p:cNvPr>
          <p:cNvSpPr txBox="1"/>
          <p:nvPr/>
        </p:nvSpPr>
        <p:spPr>
          <a:xfrm>
            <a:off x="9903717" y="6477768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DDDB375E-5293-008B-E98A-B8E9BB251962}"/>
              </a:ext>
            </a:extLst>
          </p:cNvPr>
          <p:cNvSpPr txBox="1"/>
          <p:nvPr/>
        </p:nvSpPr>
        <p:spPr>
          <a:xfrm>
            <a:off x="10785809" y="619166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69CF49E3-F6CB-AF6E-15B7-8EF4301C0CF3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DECEE444-8797-7258-DB2C-0C26BA24B48A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2AF24FDB-FEAE-F763-C50F-7353254767D0}"/>
              </a:ext>
            </a:extLst>
          </p:cNvPr>
          <p:cNvSpPr/>
          <p:nvPr/>
        </p:nvSpPr>
        <p:spPr>
          <a:xfrm>
            <a:off x="3147694" y="394816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47F5D614-73A3-9AE8-3E8E-69CE31ED62FA}"/>
              </a:ext>
            </a:extLst>
          </p:cNvPr>
          <p:cNvSpPr/>
          <p:nvPr/>
        </p:nvSpPr>
        <p:spPr>
          <a:xfrm>
            <a:off x="5196086" y="369876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3E06C091-F110-58B1-0911-324B4FB5834C}"/>
              </a:ext>
            </a:extLst>
          </p:cNvPr>
          <p:cNvSpPr/>
          <p:nvPr/>
        </p:nvSpPr>
        <p:spPr>
          <a:xfrm>
            <a:off x="6876097" y="312182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ED677D36-9789-63C6-9C6E-AAB74A2EC7C2}"/>
              </a:ext>
            </a:extLst>
          </p:cNvPr>
          <p:cNvSpPr/>
          <p:nvPr/>
        </p:nvSpPr>
        <p:spPr>
          <a:xfrm>
            <a:off x="6771458" y="391203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196ACCD0-9134-ACB9-19E6-8A3386EFD61B}"/>
              </a:ext>
            </a:extLst>
          </p:cNvPr>
          <p:cNvSpPr/>
          <p:nvPr/>
        </p:nvSpPr>
        <p:spPr>
          <a:xfrm>
            <a:off x="7248458" y="400243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2FF478AC-642B-F5D2-60EC-17FA5C31CB43}"/>
              </a:ext>
            </a:extLst>
          </p:cNvPr>
          <p:cNvSpPr/>
          <p:nvPr/>
        </p:nvSpPr>
        <p:spPr>
          <a:xfrm>
            <a:off x="7860273" y="42936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47938812-85D9-B32F-C4AD-3308C5F920BD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3EB7A84A-E5D3-3B05-A014-3A5BE3B079B6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F18E8679-2534-A91D-A82A-460595027B3E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D28CBF80-5219-279A-7BDD-C5EEFEF1849E}"/>
              </a:ext>
            </a:extLst>
          </p:cNvPr>
          <p:cNvSpPr/>
          <p:nvPr/>
        </p:nvSpPr>
        <p:spPr>
          <a:xfrm>
            <a:off x="6268478" y="302375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203" name="群組 202">
            <a:extLst>
              <a:ext uri="{FF2B5EF4-FFF2-40B4-BE49-F238E27FC236}">
                <a16:creationId xmlns:a16="http://schemas.microsoft.com/office/drawing/2014/main" id="{84AF6DAC-31F5-8D66-7B5F-077DDB8BD41F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0A1D03D1-3A68-4605-EF6A-2B3B1C94B435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37ABC706-30C2-38E3-A78F-C71E0B5945F2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AFC1119D-94F5-0C4B-54FA-E478DBD0309A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7" name="手繪多邊形: 圖案 206">
              <a:extLst>
                <a:ext uri="{FF2B5EF4-FFF2-40B4-BE49-F238E27FC236}">
                  <a16:creationId xmlns:a16="http://schemas.microsoft.com/office/drawing/2014/main" id="{97301460-90D7-A9CE-B00E-209C7420803F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B24E9EB0-561F-1DEA-C089-21E74D0C0999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06817EA0-3387-18DD-0D90-C99C20D59524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0" name="橢圓 209">
              <a:extLst>
                <a:ext uri="{FF2B5EF4-FFF2-40B4-BE49-F238E27FC236}">
                  <a16:creationId xmlns:a16="http://schemas.microsoft.com/office/drawing/2014/main" id="{8269F8B8-CC51-5FE9-A90C-A7929CE4ACD2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47BA676-295E-B873-A388-B32F8183EE31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53101E60-2AC5-F2E1-FE0B-D95AB36E938F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512FABB8-3478-E826-5BB7-CD7A1947DE6B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01003966-F362-3236-0768-8BC99AF8A7D0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FEB8721D-585D-1B88-ECFF-4BBC37B6C509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AABCF779-0AB7-7A8D-8B41-72584B8A237F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870A37B0-04B5-F22C-E9E4-BC5C6B5A4E69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7B949451-3640-3BF1-63E2-160BC6BC6880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橢圓 218">
              <a:extLst>
                <a:ext uri="{FF2B5EF4-FFF2-40B4-BE49-F238E27FC236}">
                  <a16:creationId xmlns:a16="http://schemas.microsoft.com/office/drawing/2014/main" id="{5B0597C3-4868-BCC6-D86C-BDD69BA88BF7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ECA8867C-035D-9A4E-4210-BDDAF9FF4D66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221" name="橢圓 220">
            <a:extLst>
              <a:ext uri="{FF2B5EF4-FFF2-40B4-BE49-F238E27FC236}">
                <a16:creationId xmlns:a16="http://schemas.microsoft.com/office/drawing/2014/main" id="{D6438AD8-BC18-80B6-81F9-3D0DD7FB11D3}"/>
              </a:ext>
            </a:extLst>
          </p:cNvPr>
          <p:cNvSpPr/>
          <p:nvPr/>
        </p:nvSpPr>
        <p:spPr>
          <a:xfrm>
            <a:off x="7401563" y="336491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BsCl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14A717AB-A0E2-8B8D-9E13-1941F646E1AE}"/>
              </a:ext>
            </a:extLst>
          </p:cNvPr>
          <p:cNvSpPr txBox="1"/>
          <p:nvPr/>
        </p:nvSpPr>
        <p:spPr>
          <a:xfrm>
            <a:off x="10023653" y="62108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16</a:t>
            </a:r>
            <a:endParaRPr lang="zh-TW" altLang="en-US" b="1" dirty="0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BD43DF26-B45F-08CA-A386-14BB630EFCF3}"/>
              </a:ext>
            </a:extLst>
          </p:cNvPr>
          <p:cNvSpPr/>
          <p:nvPr/>
        </p:nvSpPr>
        <p:spPr>
          <a:xfrm>
            <a:off x="9035534" y="3398037"/>
            <a:ext cx="400496" cy="400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D2D84ABC-B895-07BF-2166-9F0CAD75BBF5}"/>
              </a:ext>
            </a:extLst>
          </p:cNvPr>
          <p:cNvSpPr/>
          <p:nvPr/>
        </p:nvSpPr>
        <p:spPr>
          <a:xfrm>
            <a:off x="7586025" y="514320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BC5F51A9-A906-771B-B406-19F97719AD52}"/>
              </a:ext>
            </a:extLst>
          </p:cNvPr>
          <p:cNvSpPr/>
          <p:nvPr/>
        </p:nvSpPr>
        <p:spPr>
          <a:xfrm>
            <a:off x="7986096" y="553975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5770D666-2F95-4F19-68FE-9BD7770A3D94}"/>
              </a:ext>
            </a:extLst>
          </p:cNvPr>
          <p:cNvSpPr/>
          <p:nvPr/>
        </p:nvSpPr>
        <p:spPr>
          <a:xfrm>
            <a:off x="4879655" y="3141588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E8AD4AD5-16CA-BDFF-D49F-B35AD383420A}"/>
              </a:ext>
            </a:extLst>
          </p:cNvPr>
          <p:cNvSpPr/>
          <p:nvPr/>
        </p:nvSpPr>
        <p:spPr>
          <a:xfrm>
            <a:off x="5525893" y="3002167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rgbClr val="111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39A0900C-7D1B-EB4A-EC64-54E954513051}"/>
              </a:ext>
            </a:extLst>
          </p:cNvPr>
          <p:cNvSpPr/>
          <p:nvPr/>
        </p:nvSpPr>
        <p:spPr>
          <a:xfrm>
            <a:off x="3675889" y="364951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A9436381-A64A-8683-4788-BC2F25453EF7}"/>
              </a:ext>
            </a:extLst>
          </p:cNvPr>
          <p:cNvSpPr/>
          <p:nvPr/>
        </p:nvSpPr>
        <p:spPr>
          <a:xfrm>
            <a:off x="6265866" y="366553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3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校內團</a:t>
            </a: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826A7E21-C45A-4CA5-91AE-0609386132E6}"/>
              </a:ext>
            </a:extLst>
          </p:cNvPr>
          <p:cNvSpPr txBox="1"/>
          <p:nvPr/>
        </p:nvSpPr>
        <p:spPr>
          <a:xfrm>
            <a:off x="5744575" y="19747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61AFC087-E91D-4F5B-8C3C-C772AB8EEE9C}"/>
              </a:ext>
            </a:extLst>
          </p:cNvPr>
          <p:cNvSpPr txBox="1"/>
          <p:nvPr/>
        </p:nvSpPr>
        <p:spPr>
          <a:xfrm>
            <a:off x="6171253" y="19751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4</a:t>
            </a:r>
            <a:endParaRPr lang="zh-TW" altLang="en-US" b="1" dirty="0"/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195578" y="315447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1" name="橢圓 170">
            <a:extLst>
              <a:ext uri="{FF2B5EF4-FFF2-40B4-BE49-F238E27FC236}">
                <a16:creationId xmlns:a16="http://schemas.microsoft.com/office/drawing/2014/main" id="{D8CE5767-0E1F-4754-94F8-8536935B70B7}"/>
              </a:ext>
            </a:extLst>
          </p:cNvPr>
          <p:cNvSpPr/>
          <p:nvPr/>
        </p:nvSpPr>
        <p:spPr>
          <a:xfrm>
            <a:off x="5082270" y="449975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C6939ABA-03D6-411D-9E0A-D23CEE43AD2D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3" name="橢圓 172">
            <a:extLst>
              <a:ext uri="{FF2B5EF4-FFF2-40B4-BE49-F238E27FC236}">
                <a16:creationId xmlns:a16="http://schemas.microsoft.com/office/drawing/2014/main" id="{FAEB4C00-A665-4EF8-BC1A-04278158619E}"/>
              </a:ext>
            </a:extLst>
          </p:cNvPr>
          <p:cNvSpPr/>
          <p:nvPr/>
        </p:nvSpPr>
        <p:spPr>
          <a:xfrm>
            <a:off x="3764298" y="5472977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A97908FA-B5B4-4584-9CFC-8FEA8D00C658}"/>
              </a:ext>
            </a:extLst>
          </p:cNvPr>
          <p:cNvSpPr/>
          <p:nvPr/>
        </p:nvSpPr>
        <p:spPr>
          <a:xfrm>
            <a:off x="4245595" y="4914330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483AB5DB-155B-4D17-93FB-6FCF9E09CBB8}"/>
              </a:ext>
            </a:extLst>
          </p:cNvPr>
          <p:cNvSpPr/>
          <p:nvPr/>
        </p:nvSpPr>
        <p:spPr>
          <a:xfrm>
            <a:off x="5841772" y="437895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ECC96FF1-7E4F-4D9A-BCAF-62BF99A49747}"/>
              </a:ext>
            </a:extLst>
          </p:cNvPr>
          <p:cNvSpPr/>
          <p:nvPr/>
        </p:nvSpPr>
        <p:spPr>
          <a:xfrm>
            <a:off x="6641060" y="454875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3BE2E89B-9E71-434B-845E-5B7F9699A346}"/>
              </a:ext>
            </a:extLst>
          </p:cNvPr>
          <p:cNvSpPr/>
          <p:nvPr/>
        </p:nvSpPr>
        <p:spPr>
          <a:xfrm>
            <a:off x="7418682" y="4930723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029D09A6-5B1E-41AC-9B56-04C30DB08DE8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6D356855-ED4B-4522-BB0D-AF7B58F1C20E}"/>
              </a:ext>
            </a:extLst>
          </p:cNvPr>
          <p:cNvSpPr/>
          <p:nvPr/>
        </p:nvSpPr>
        <p:spPr>
          <a:xfrm>
            <a:off x="7906060" y="5412839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E76FE7FD-A952-4B16-AE7B-76C5D32705D3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9720EB28-9603-451B-8204-55D270393763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B8B37163-0D44-420C-B228-9330B539818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BDC3D6BC-E104-4422-8EB2-81B20AAF6A4A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D75F9DD7-E3C1-4455-B294-FC04DC314643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3C2BF351-F1AF-4DB9-AB3D-05C868AB2C96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488E6D24-3974-4097-9BC8-2B8A53AA3C4B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2952EE2F-4ECE-4B03-9E6D-63ADAE1D983B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FA6EA9BE-08B6-4E88-8CFB-4F2CA14F3BB7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A121728E-6AB7-4D10-8D25-1F1CD19671D4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7FE12D7F-D373-4A48-ABE7-BE9F49CE3EDD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6" name="橢圓 205">
            <a:extLst>
              <a:ext uri="{FF2B5EF4-FFF2-40B4-BE49-F238E27FC236}">
                <a16:creationId xmlns:a16="http://schemas.microsoft.com/office/drawing/2014/main" id="{71F59007-374F-40FE-804B-AA14ABF88ACC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1" name="橢圓 210">
            <a:extLst>
              <a:ext uri="{FF2B5EF4-FFF2-40B4-BE49-F238E27FC236}">
                <a16:creationId xmlns:a16="http://schemas.microsoft.com/office/drawing/2014/main" id="{C1B70BCC-9A59-426E-B34D-404C255DF1C8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2" name="橢圓 211">
            <a:extLst>
              <a:ext uri="{FF2B5EF4-FFF2-40B4-BE49-F238E27FC236}">
                <a16:creationId xmlns:a16="http://schemas.microsoft.com/office/drawing/2014/main" id="{6389CDD1-A582-450B-8C32-8FC0746B6728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3" name="橢圓 212">
            <a:extLst>
              <a:ext uri="{FF2B5EF4-FFF2-40B4-BE49-F238E27FC236}">
                <a16:creationId xmlns:a16="http://schemas.microsoft.com/office/drawing/2014/main" id="{311C8D97-C3ED-41EA-9A9E-B6E5D546FC2E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3328062B-1C67-49DB-95FF-0396D517CB8B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31D785B1-CB07-4097-B175-391E974857F3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8877DB3A-F7B1-4740-9959-E68A5FCAD0DC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4FBBDBAF-F205-4DBE-BEFA-D75EAB26A5AD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4945CC88-6E5B-4F99-ACC0-82549A6EA9AC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336C6324-A25D-4D9D-A581-E0B4E721A236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40A569A8-AF1D-4D70-A64B-2150EC012120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9" name="橢圓 168">
            <a:extLst>
              <a:ext uri="{FF2B5EF4-FFF2-40B4-BE49-F238E27FC236}">
                <a16:creationId xmlns:a16="http://schemas.microsoft.com/office/drawing/2014/main" id="{122E4863-F144-41CC-AC03-72850D2BD3E8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橢圓 169">
            <a:extLst>
              <a:ext uri="{FF2B5EF4-FFF2-40B4-BE49-F238E27FC236}">
                <a16:creationId xmlns:a16="http://schemas.microsoft.com/office/drawing/2014/main" id="{6A3FA8CF-BD8E-48A0-9A16-D594D79D13BE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7" name="橢圓 206">
            <a:extLst>
              <a:ext uri="{FF2B5EF4-FFF2-40B4-BE49-F238E27FC236}">
                <a16:creationId xmlns:a16="http://schemas.microsoft.com/office/drawing/2014/main" id="{B2D7B3F1-3A02-4818-A9BE-4D4B09A51937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D4C9C444-F65A-42DC-8447-26F0715522C3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26DA35FA-72E0-406E-B82C-CB725B2A93FF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0" name="橢圓 209">
            <a:extLst>
              <a:ext uri="{FF2B5EF4-FFF2-40B4-BE49-F238E27FC236}">
                <a16:creationId xmlns:a16="http://schemas.microsoft.com/office/drawing/2014/main" id="{6F2AF044-B202-49EE-A70B-5BE6068EBC0A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Bsn</a:t>
            </a:r>
            <a:r>
              <a:rPr lang="en-US" altLang="zh-TW" sz="1600" baseline="-250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Hn</a:t>
            </a:r>
            <a:r>
              <a:rPr lang="en-US" altLang="zh-TW" sz="1600" baseline="-25000" dirty="0">
                <a:solidFill>
                  <a:schemeClr val="tx1"/>
                </a:solidFill>
              </a:rPr>
              <a:t>3</a:t>
            </a:r>
            <a:endParaRPr lang="zh-TW" altLang="en-US" sz="1600" baseline="-25000" dirty="0">
              <a:solidFill>
                <a:schemeClr val="tx1"/>
              </a:solidFill>
            </a:endParaRPr>
          </a:p>
        </p:txBody>
      </p:sp>
      <p:grpSp>
        <p:nvGrpSpPr>
          <p:cNvPr id="180" name="群組 179">
            <a:extLst>
              <a:ext uri="{FF2B5EF4-FFF2-40B4-BE49-F238E27FC236}">
                <a16:creationId xmlns:a16="http://schemas.microsoft.com/office/drawing/2014/main" id="{CFDA7D9A-9406-4F48-8D02-128654864143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71D508AD-5BFB-416F-B83E-2CC4C6AF68C9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30A2D9BA-C34E-4509-A0C9-152B03BDE80C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1209BA8A-F51D-40C2-BCFD-19CB88E4FC6C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4" name="手繪多邊形: 圖案 183">
              <a:extLst>
                <a:ext uri="{FF2B5EF4-FFF2-40B4-BE49-F238E27FC236}">
                  <a16:creationId xmlns:a16="http://schemas.microsoft.com/office/drawing/2014/main" id="{49BBFF33-9C4F-46B8-AD11-9140CB0C78E5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A97311D2-798F-4EF7-A8EE-A2C64F6E02F9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76224627-1345-41A0-B9AB-3BCCB07EA0F1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7" name="橢圓 186">
              <a:extLst>
                <a:ext uri="{FF2B5EF4-FFF2-40B4-BE49-F238E27FC236}">
                  <a16:creationId xmlns:a16="http://schemas.microsoft.com/office/drawing/2014/main" id="{2C90F03C-FEFD-4995-8FE0-629BD6E16999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8A5AA532-E238-49C3-9E89-68243C73A181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575D12CA-BD98-4553-8388-15F81E64D845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CD32CFA2-4506-48B9-9E27-D1EB6B567A2C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2F2F33EA-4DFC-4167-99D6-6E4FD28F7A8C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A506C282-D439-4C6F-8B0B-60FF6582210E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E25C5B60-28B2-450B-9EFD-3947984E7434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EE96DAD8-BBFF-4A11-B31C-24BA5F0C0D6F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552C896D-2615-4EA5-B34C-F68EF9DDEC8D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橢圓 218">
              <a:extLst>
                <a:ext uri="{FF2B5EF4-FFF2-40B4-BE49-F238E27FC236}">
                  <a16:creationId xmlns:a16="http://schemas.microsoft.com/office/drawing/2014/main" id="{C805A453-09D9-43C7-8A83-630C66C40235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A1845AEE-0B8F-428A-9FEE-131BD0C290CE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F17FA112-66E1-42AA-B8CD-CF3E98607A8C}"/>
              </a:ext>
            </a:extLst>
          </p:cNvPr>
          <p:cNvSpPr txBox="1"/>
          <p:nvPr/>
        </p:nvSpPr>
        <p:spPr>
          <a:xfrm>
            <a:off x="0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右舞台</a:t>
            </a: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CEA62F67-5E47-4165-B04C-1B238E1D5C29}"/>
              </a:ext>
            </a:extLst>
          </p:cNvPr>
          <p:cNvSpPr txBox="1"/>
          <p:nvPr/>
        </p:nvSpPr>
        <p:spPr>
          <a:xfrm>
            <a:off x="11237893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左舞台</a:t>
            </a:r>
          </a:p>
        </p:txBody>
      </p:sp>
      <p:sp>
        <p:nvSpPr>
          <p:cNvPr id="223" name="橢圓 222">
            <a:extLst>
              <a:ext uri="{FF2B5EF4-FFF2-40B4-BE49-F238E27FC236}">
                <a16:creationId xmlns:a16="http://schemas.microsoft.com/office/drawing/2014/main" id="{78F327F0-86E5-4FAC-8D28-C21F528A0317}"/>
              </a:ext>
            </a:extLst>
          </p:cNvPr>
          <p:cNvSpPr/>
          <p:nvPr/>
        </p:nvSpPr>
        <p:spPr>
          <a:xfrm>
            <a:off x="7401563" y="336491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4" name="文字方塊 223">
            <a:extLst>
              <a:ext uri="{FF2B5EF4-FFF2-40B4-BE49-F238E27FC236}">
                <a16:creationId xmlns:a16="http://schemas.microsoft.com/office/drawing/2014/main" id="{BFA86B0C-87F9-426B-A840-F138EF9EC591}"/>
              </a:ext>
            </a:extLst>
          </p:cNvPr>
          <p:cNvSpPr txBox="1"/>
          <p:nvPr/>
        </p:nvSpPr>
        <p:spPr>
          <a:xfrm>
            <a:off x="8739663" y="65728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9</a:t>
            </a:r>
            <a:endParaRPr lang="zh-TW" altLang="en-US" b="1" dirty="0"/>
          </a:p>
        </p:txBody>
      </p: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566D2715-E421-4EA5-B93D-C6E172AFA436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226" name="文字方塊 225">
            <a:extLst>
              <a:ext uri="{FF2B5EF4-FFF2-40B4-BE49-F238E27FC236}">
                <a16:creationId xmlns:a16="http://schemas.microsoft.com/office/drawing/2014/main" id="{A2AEE6AD-F844-4C78-8F40-1746B87DB16D}"/>
              </a:ext>
            </a:extLst>
          </p:cNvPr>
          <p:cNvSpPr txBox="1"/>
          <p:nvPr/>
        </p:nvSpPr>
        <p:spPr>
          <a:xfrm>
            <a:off x="10023653" y="6210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60EC8B78-D8EA-4BB4-B277-30B283A22F38}"/>
              </a:ext>
            </a:extLst>
          </p:cNvPr>
          <p:cNvSpPr txBox="1"/>
          <p:nvPr/>
        </p:nvSpPr>
        <p:spPr>
          <a:xfrm>
            <a:off x="1881456" y="6278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9EA71440-C6DA-48FA-84C4-D7895DB00D8E}"/>
              </a:ext>
            </a:extLst>
          </p:cNvPr>
          <p:cNvSpPr txBox="1"/>
          <p:nvPr/>
        </p:nvSpPr>
        <p:spPr>
          <a:xfrm>
            <a:off x="34618" y="5124035"/>
            <a:ext cx="5982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Ob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Fl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Picc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Cl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Hn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Harp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Piano</a:t>
            </a:r>
          </a:p>
        </p:txBody>
      </p:sp>
      <p:sp>
        <p:nvSpPr>
          <p:cNvPr id="230" name="文字方塊 229">
            <a:extLst>
              <a:ext uri="{FF2B5EF4-FFF2-40B4-BE49-F238E27FC236}">
                <a16:creationId xmlns:a16="http://schemas.microsoft.com/office/drawing/2014/main" id="{D0D442D7-7402-422B-AB65-3D3484713477}"/>
              </a:ext>
            </a:extLst>
          </p:cNvPr>
          <p:cNvSpPr txBox="1"/>
          <p:nvPr/>
        </p:nvSpPr>
        <p:spPr>
          <a:xfrm>
            <a:off x="11600109" y="4762746"/>
            <a:ext cx="5741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Perc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Tp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Tb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BsCl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Sax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Euph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Tuba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StBs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3283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008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校友團</a:t>
            </a:r>
            <a:endParaRPr lang="en-US" altLang="zh-TW" sz="40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600" dirty="0">
                <a:latin typeface="Topedia Sans TW Beta" pitchFamily="2" charset="-120"/>
                <a:ea typeface="Topedia Sans TW Beta" pitchFamily="2" charset="-120"/>
              </a:rPr>
              <a:t>Music for a Festival</a:t>
            </a:r>
            <a:endParaRPr lang="zh-TW" altLang="en-US" sz="16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A588A841-413C-400B-A4EC-EE32CBA2E7FC}"/>
              </a:ext>
            </a:extLst>
          </p:cNvPr>
          <p:cNvGrpSpPr/>
          <p:nvPr/>
        </p:nvGrpSpPr>
        <p:grpSpPr>
          <a:xfrm>
            <a:off x="2735126" y="3713713"/>
            <a:ext cx="6703369" cy="2795317"/>
            <a:chOff x="2735126" y="3713713"/>
            <a:chExt cx="6703369" cy="2795317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540D912-3F95-4CE2-BB85-C7E8B4CA25AE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0C5A37CC-A4A4-4AEE-BCBC-49F6BBBEEEAA}"/>
                </a:ext>
              </a:extLst>
            </p:cNvPr>
            <p:cNvSpPr/>
            <p:nvPr/>
          </p:nvSpPr>
          <p:spPr>
            <a:xfrm>
              <a:off x="3038294" y="5296522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F8734F72-194B-4398-89E0-A1B534D5338C}"/>
                </a:ext>
              </a:extLst>
            </p:cNvPr>
            <p:cNvSpPr/>
            <p:nvPr/>
          </p:nvSpPr>
          <p:spPr>
            <a:xfrm>
              <a:off x="3483379" y="4719745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C282285-2180-4434-B088-41AC5E6E0030}"/>
                </a:ext>
              </a:extLst>
            </p:cNvPr>
            <p:cNvSpPr/>
            <p:nvPr/>
          </p:nvSpPr>
          <p:spPr>
            <a:xfrm>
              <a:off x="4041242" y="4254196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B42F9674-0CC3-4D30-9198-D8B3205FAD97}"/>
                </a:ext>
              </a:extLst>
            </p:cNvPr>
            <p:cNvSpPr/>
            <p:nvPr/>
          </p:nvSpPr>
          <p:spPr>
            <a:xfrm>
              <a:off x="4623175" y="3961037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CE0F6BD-26DB-4188-AE11-C053B8B56847}"/>
                </a:ext>
              </a:extLst>
            </p:cNvPr>
            <p:cNvSpPr/>
            <p:nvPr/>
          </p:nvSpPr>
          <p:spPr>
            <a:xfrm>
              <a:off x="5826952" y="3713713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973C993D-CA0C-4BD4-943A-4038ACB3C4D1}"/>
                </a:ext>
              </a:extLst>
            </p:cNvPr>
            <p:cNvSpPr/>
            <p:nvPr/>
          </p:nvSpPr>
          <p:spPr>
            <a:xfrm>
              <a:off x="6436833" y="377447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DE4C9038-6C78-456F-9E67-01AD4EBEB6A0}"/>
                </a:ext>
              </a:extLst>
            </p:cNvPr>
            <p:cNvSpPr/>
            <p:nvPr/>
          </p:nvSpPr>
          <p:spPr>
            <a:xfrm>
              <a:off x="7052937" y="3975720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橢圓 114">
              <a:extLst>
                <a:ext uri="{FF2B5EF4-FFF2-40B4-BE49-F238E27FC236}">
                  <a16:creationId xmlns:a16="http://schemas.microsoft.com/office/drawing/2014/main" id="{CB8CD845-3B23-45B1-BFF7-E477D2C725E7}"/>
                </a:ext>
              </a:extLst>
            </p:cNvPr>
            <p:cNvSpPr/>
            <p:nvPr/>
          </p:nvSpPr>
          <p:spPr>
            <a:xfrm>
              <a:off x="7673016" y="4274306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DABD3B3-848B-4BC2-8AD1-44A7123077AF}"/>
                </a:ext>
              </a:extLst>
            </p:cNvPr>
            <p:cNvSpPr/>
            <p:nvPr/>
          </p:nvSpPr>
          <p:spPr>
            <a:xfrm>
              <a:off x="8196948" y="4746648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BFFD1422-C76C-466B-8505-163CFAF1F1A5}"/>
                </a:ext>
              </a:extLst>
            </p:cNvPr>
            <p:cNvSpPr/>
            <p:nvPr/>
          </p:nvSpPr>
          <p:spPr>
            <a:xfrm>
              <a:off x="8622665" y="5304080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413A3407-B355-44FE-95EC-D3E19FFA97ED}"/>
                </a:ext>
              </a:extLst>
            </p:cNvPr>
            <p:cNvSpPr/>
            <p:nvPr/>
          </p:nvSpPr>
          <p:spPr>
            <a:xfrm>
              <a:off x="8889999" y="5890133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747B4B43-5FE5-41BE-A5F6-321C34712D09}"/>
                </a:ext>
              </a:extLst>
            </p:cNvPr>
            <p:cNvSpPr/>
            <p:nvPr/>
          </p:nvSpPr>
          <p:spPr>
            <a:xfrm>
              <a:off x="5212469" y="3774474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5" name="橢圓 194">
            <a:extLst>
              <a:ext uri="{FF2B5EF4-FFF2-40B4-BE49-F238E27FC236}">
                <a16:creationId xmlns:a16="http://schemas.microsoft.com/office/drawing/2014/main" id="{6E02A139-2784-4137-84EB-C55F9030F9F3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群組 179">
            <a:extLst>
              <a:ext uri="{FF2B5EF4-FFF2-40B4-BE49-F238E27FC236}">
                <a16:creationId xmlns:a16="http://schemas.microsoft.com/office/drawing/2014/main" id="{0F26DA8D-1C83-4D8D-B152-9CAF89FCF13E}"/>
              </a:ext>
            </a:extLst>
          </p:cNvPr>
          <p:cNvGrpSpPr/>
          <p:nvPr/>
        </p:nvGrpSpPr>
        <p:grpSpPr>
          <a:xfrm>
            <a:off x="3195578" y="2316819"/>
            <a:ext cx="5837009" cy="1255432"/>
            <a:chOff x="3195578" y="2316819"/>
            <a:chExt cx="5837009" cy="1255432"/>
          </a:xfrm>
        </p:grpSpPr>
        <p:sp>
          <p:nvSpPr>
            <p:cNvPr id="181" name="橢圓 180">
              <a:extLst>
                <a:ext uri="{FF2B5EF4-FFF2-40B4-BE49-F238E27FC236}">
                  <a16:creationId xmlns:a16="http://schemas.microsoft.com/office/drawing/2014/main" id="{090B9E0A-348F-4F27-B1A0-ED1BAAEBB27D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7DA12B3F-482E-40DB-9B4D-CF4C2F3694D4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A0B647A0-40AA-4D16-A309-F4F1713DDA99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4" name="橢圓 183">
              <a:extLst>
                <a:ext uri="{FF2B5EF4-FFF2-40B4-BE49-F238E27FC236}">
                  <a16:creationId xmlns:a16="http://schemas.microsoft.com/office/drawing/2014/main" id="{29626542-8357-408D-B0D9-2340EDEA288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D1F8FB62-8B56-4596-A46E-1D1041D7362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00D58A2F-41D8-4D38-91F6-962F6E15994A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橢圓 186">
              <a:extLst>
                <a:ext uri="{FF2B5EF4-FFF2-40B4-BE49-F238E27FC236}">
                  <a16:creationId xmlns:a16="http://schemas.microsoft.com/office/drawing/2014/main" id="{3619F655-57C3-475B-88AE-1B714EEF506C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D003E48E-80E1-4747-8E0F-5405FB32B1E8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9" name="橢圓 188">
              <a:extLst>
                <a:ext uri="{FF2B5EF4-FFF2-40B4-BE49-F238E27FC236}">
                  <a16:creationId xmlns:a16="http://schemas.microsoft.com/office/drawing/2014/main" id="{9549256B-D2D0-48A2-A4A5-32026CD520C2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0" name="橢圓 189">
              <a:extLst>
                <a:ext uri="{FF2B5EF4-FFF2-40B4-BE49-F238E27FC236}">
                  <a16:creationId xmlns:a16="http://schemas.microsoft.com/office/drawing/2014/main" id="{AADCFC06-6CDB-436E-91BE-4280B0240F78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1" name="橢圓 190">
              <a:extLst>
                <a:ext uri="{FF2B5EF4-FFF2-40B4-BE49-F238E27FC236}">
                  <a16:creationId xmlns:a16="http://schemas.microsoft.com/office/drawing/2014/main" id="{D3D6A6D2-35D0-438C-B5FB-F5CEF68BA98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2" name="橢圓 191">
              <a:extLst>
                <a:ext uri="{FF2B5EF4-FFF2-40B4-BE49-F238E27FC236}">
                  <a16:creationId xmlns:a16="http://schemas.microsoft.com/office/drawing/2014/main" id="{28A49FC3-0132-4309-A2AF-4ABC6660F76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3" name="橢圓 192">
              <a:extLst>
                <a:ext uri="{FF2B5EF4-FFF2-40B4-BE49-F238E27FC236}">
                  <a16:creationId xmlns:a16="http://schemas.microsoft.com/office/drawing/2014/main" id="{FEEC7CFF-3FFB-4EB7-832B-49688A4772F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F9717A2E-5ED0-4044-A211-10B5707C7865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86CF8C07-51D8-4051-A6F1-5D30C35EDF71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9B92C2FE-9D40-4261-AADE-0BF799B45510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161C4035-AD29-4817-83AF-F91827038F42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橢圓 155">
              <a:extLst>
                <a:ext uri="{FF2B5EF4-FFF2-40B4-BE49-F238E27FC236}">
                  <a16:creationId xmlns:a16="http://schemas.microsoft.com/office/drawing/2014/main" id="{C1226653-4AF3-4427-952B-5285E211F2A2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7" name="手繪多邊形: 圖案 156">
              <a:extLst>
                <a:ext uri="{FF2B5EF4-FFF2-40B4-BE49-F238E27FC236}">
                  <a16:creationId xmlns:a16="http://schemas.microsoft.com/office/drawing/2014/main" id="{F7EFA23D-A1E6-4640-B7AA-E9BA2A3B3C62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9" name="橢圓 158">
              <a:extLst>
                <a:ext uri="{FF2B5EF4-FFF2-40B4-BE49-F238E27FC236}">
                  <a16:creationId xmlns:a16="http://schemas.microsoft.com/office/drawing/2014/main" id="{AA3E1C02-A083-48D6-B012-A42F84C7F961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0" name="橢圓 159">
              <a:extLst>
                <a:ext uri="{FF2B5EF4-FFF2-40B4-BE49-F238E27FC236}">
                  <a16:creationId xmlns:a16="http://schemas.microsoft.com/office/drawing/2014/main" id="{1B78D66A-2464-4945-8E7F-8BCA44432F36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1" name="橢圓 160">
              <a:extLst>
                <a:ext uri="{FF2B5EF4-FFF2-40B4-BE49-F238E27FC236}">
                  <a16:creationId xmlns:a16="http://schemas.microsoft.com/office/drawing/2014/main" id="{DA1DC921-D83B-45C9-A0CF-8EFC0B670BC5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F31ADD50-20D2-4BB8-BE0C-565DE9AEAD32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4A8CC25F-E76E-4B9B-8B0C-341A77AB5857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1689D9AB-8C6C-40AE-870B-EE95589658EA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E3D84E0F-440F-4A4E-8322-E5D4422F0342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F251FA4B-CC9B-4CE7-AD22-439093BA03D3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9F0BFC0A-14FE-4D55-832F-81FB9B8EF16A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71292975-68DD-407D-B86F-7D66DBDA2ACC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129D2FA3-6E78-406A-827A-CEC97307CDBB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FCB8CECD-2308-417B-9979-00204B10BD9A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7D888DF8-2E1B-4BDD-9A51-6B58E6FA50CD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8FBB576D-79B6-48CC-BEA7-1A7A5F2D47BE}"/>
              </a:ext>
            </a:extLst>
          </p:cNvPr>
          <p:cNvSpPr txBox="1"/>
          <p:nvPr/>
        </p:nvSpPr>
        <p:spPr>
          <a:xfrm>
            <a:off x="5744575" y="19747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A69B0871-6140-4D4A-9569-FEB61EE3DB9C}"/>
              </a:ext>
            </a:extLst>
          </p:cNvPr>
          <p:cNvSpPr txBox="1"/>
          <p:nvPr/>
        </p:nvSpPr>
        <p:spPr>
          <a:xfrm>
            <a:off x="6171253" y="19751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174" name="文字方塊 173">
            <a:extLst>
              <a:ext uri="{FF2B5EF4-FFF2-40B4-BE49-F238E27FC236}">
                <a16:creationId xmlns:a16="http://schemas.microsoft.com/office/drawing/2014/main" id="{60D432FE-5550-4FD3-8119-8EBA5A55596B}"/>
              </a:ext>
            </a:extLst>
          </p:cNvPr>
          <p:cNvSpPr txBox="1"/>
          <p:nvPr/>
        </p:nvSpPr>
        <p:spPr>
          <a:xfrm>
            <a:off x="0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右舞台</a:t>
            </a:r>
          </a:p>
        </p:txBody>
      </p:sp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D3A7F3C3-32C3-4CDB-B3AB-0D17D14741A8}"/>
              </a:ext>
            </a:extLst>
          </p:cNvPr>
          <p:cNvSpPr txBox="1"/>
          <p:nvPr/>
        </p:nvSpPr>
        <p:spPr>
          <a:xfrm>
            <a:off x="11237893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左舞台</a:t>
            </a:r>
          </a:p>
        </p:txBody>
      </p: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1E237027-AB45-4216-850E-A798CB300017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E0D1AAFA-5AF0-40FB-9229-FF7D3BF4CE07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178" name="文字方塊 177">
            <a:extLst>
              <a:ext uri="{FF2B5EF4-FFF2-40B4-BE49-F238E27FC236}">
                <a16:creationId xmlns:a16="http://schemas.microsoft.com/office/drawing/2014/main" id="{46045806-C17C-4A12-ADB3-4C9C886B79A5}"/>
              </a:ext>
            </a:extLst>
          </p:cNvPr>
          <p:cNvSpPr txBox="1"/>
          <p:nvPr/>
        </p:nvSpPr>
        <p:spPr>
          <a:xfrm>
            <a:off x="10023653" y="62108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6</a:t>
            </a:r>
            <a:endParaRPr lang="zh-TW" altLang="en-US" b="1" dirty="0"/>
          </a:p>
        </p:txBody>
      </p:sp>
      <p:sp>
        <p:nvSpPr>
          <p:cNvPr id="179" name="文字方塊 178">
            <a:extLst>
              <a:ext uri="{FF2B5EF4-FFF2-40B4-BE49-F238E27FC236}">
                <a16:creationId xmlns:a16="http://schemas.microsoft.com/office/drawing/2014/main" id="{2C64B2C3-BEEA-43EE-98AE-5416446BAE66}"/>
              </a:ext>
            </a:extLst>
          </p:cNvPr>
          <p:cNvSpPr txBox="1"/>
          <p:nvPr/>
        </p:nvSpPr>
        <p:spPr>
          <a:xfrm>
            <a:off x="1881456" y="6278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7</a:t>
            </a:r>
            <a:endParaRPr lang="zh-TW" altLang="en-US" b="1" dirty="0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ACD94AA3-12AA-4C55-BFEB-17C9AC73692E}"/>
              </a:ext>
            </a:extLst>
          </p:cNvPr>
          <p:cNvSpPr/>
          <p:nvPr/>
        </p:nvSpPr>
        <p:spPr>
          <a:xfrm>
            <a:off x="7401563" y="3364918"/>
            <a:ext cx="548496" cy="548496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6EF92224-6A1E-4A3E-855C-CE9C5AFBA87B}"/>
              </a:ext>
            </a:extLst>
          </p:cNvPr>
          <p:cNvSpPr txBox="1"/>
          <p:nvPr/>
        </p:nvSpPr>
        <p:spPr>
          <a:xfrm>
            <a:off x="5086326" y="5208996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第一圈 </a:t>
            </a:r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+1</a:t>
            </a:r>
            <a:endParaRPr lang="zh-TW" altLang="en-US" b="1" dirty="0">
              <a:solidFill>
                <a:srgbClr val="FF0000"/>
              </a:solidFill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8E34243E-44BB-47BD-9468-4AC74E3720DA}"/>
              </a:ext>
            </a:extLst>
          </p:cNvPr>
          <p:cNvSpPr/>
          <p:nvPr/>
        </p:nvSpPr>
        <p:spPr>
          <a:xfrm>
            <a:off x="8016023" y="2459048"/>
            <a:ext cx="320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+</a:t>
            </a:r>
            <a:endParaRPr lang="zh-TW" altLang="en-US" dirty="0"/>
          </a:p>
        </p:txBody>
      </p: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193B932A-90EB-4D3E-9B4D-46D639F6C737}"/>
              </a:ext>
            </a:extLst>
          </p:cNvPr>
          <p:cNvCxnSpPr/>
          <p:nvPr/>
        </p:nvCxnSpPr>
        <p:spPr>
          <a:xfrm flipV="1">
            <a:off x="7869734" y="3286026"/>
            <a:ext cx="450033" cy="1592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A06EB90C-0477-4048-B92B-BD62B9577AC6}"/>
              </a:ext>
            </a:extLst>
          </p:cNvPr>
          <p:cNvCxnSpPr>
            <a:cxnSpLocks/>
            <a:stCxn id="142" idx="7"/>
            <a:endCxn id="194" idx="3"/>
          </p:cNvCxnSpPr>
          <p:nvPr/>
        </p:nvCxnSpPr>
        <p:spPr>
          <a:xfrm flipV="1">
            <a:off x="8467031" y="3513600"/>
            <a:ext cx="223711" cy="2583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矩形 202">
            <a:extLst>
              <a:ext uri="{FF2B5EF4-FFF2-40B4-BE49-F238E27FC236}">
                <a16:creationId xmlns:a16="http://schemas.microsoft.com/office/drawing/2014/main" id="{E3E75ABF-BEBD-498F-93C3-37FE5B809600}"/>
              </a:ext>
            </a:extLst>
          </p:cNvPr>
          <p:cNvSpPr/>
          <p:nvPr/>
        </p:nvSpPr>
        <p:spPr>
          <a:xfrm>
            <a:off x="8504330" y="2676671"/>
            <a:ext cx="320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+</a:t>
            </a:r>
            <a:endParaRPr lang="zh-TW" altLang="en-US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9A2393FF-816C-45EB-9CF8-A88F632599B7}"/>
              </a:ext>
            </a:extLst>
          </p:cNvPr>
          <p:cNvSpPr/>
          <p:nvPr/>
        </p:nvSpPr>
        <p:spPr>
          <a:xfrm>
            <a:off x="8922100" y="2887177"/>
            <a:ext cx="320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+</a:t>
            </a:r>
            <a:endParaRPr lang="zh-TW" altLang="en-US" dirty="0"/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08FE7DE5-1B8C-474F-8ED7-BEC6944CE6C2}"/>
              </a:ext>
            </a:extLst>
          </p:cNvPr>
          <p:cNvSpPr txBox="1"/>
          <p:nvPr/>
        </p:nvSpPr>
        <p:spPr>
          <a:xfrm>
            <a:off x="11600109" y="4762746"/>
            <a:ext cx="5741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Perc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Tp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Tb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BsCl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Sax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Euph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Tuba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StBs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06" name="文字方塊 205">
            <a:extLst>
              <a:ext uri="{FF2B5EF4-FFF2-40B4-BE49-F238E27FC236}">
                <a16:creationId xmlns:a16="http://schemas.microsoft.com/office/drawing/2014/main" id="{0399BC52-AE4C-45DD-AED8-E7682FB83473}"/>
              </a:ext>
            </a:extLst>
          </p:cNvPr>
          <p:cNvSpPr txBox="1"/>
          <p:nvPr/>
        </p:nvSpPr>
        <p:spPr>
          <a:xfrm>
            <a:off x="34618" y="5124035"/>
            <a:ext cx="5982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Ob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Fl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Picc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Cl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Hn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Harp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Piano</a:t>
            </a:r>
          </a:p>
        </p:txBody>
      </p:sp>
    </p:spTree>
    <p:extLst>
      <p:ext uri="{BB962C8B-B14F-4D97-AF65-F5344CB8AC3E}">
        <p14:creationId xmlns:p14="http://schemas.microsoft.com/office/powerpoint/2010/main" val="2294194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協奏曲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824018" y="43966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80251" y="54437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5002900" y="457483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r>
              <a:rPr lang="zh-TW" alt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623873" y="4545739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348454" y="4904632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Cello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278959" y="494803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r>
              <a:rPr lang="zh-TW" alt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6E02A139-2784-4137-84EB-C55F9030F9F3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Tb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1DB0BA30-CBF7-4B8A-AD02-A698B9355C93}"/>
              </a:ext>
            </a:extLst>
          </p:cNvPr>
          <p:cNvGrpSpPr/>
          <p:nvPr/>
        </p:nvGrpSpPr>
        <p:grpSpPr>
          <a:xfrm>
            <a:off x="3195578" y="2316819"/>
            <a:ext cx="5837009" cy="1255432"/>
            <a:chOff x="3195578" y="2316819"/>
            <a:chExt cx="5837009" cy="1255432"/>
          </a:xfrm>
        </p:grpSpPr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1B293F30-5BDA-4243-98EE-0C27084AF4E0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F333BDCE-0359-42FA-B3DC-E9B4FACE8C04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9" name="橢圓 178">
              <a:extLst>
                <a:ext uri="{FF2B5EF4-FFF2-40B4-BE49-F238E27FC236}">
                  <a16:creationId xmlns:a16="http://schemas.microsoft.com/office/drawing/2014/main" id="{35C53D0E-B225-41C8-8F44-8E6FF2E57E03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3B719792-FD40-4D66-8EA1-DB85F66616D3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0F294986-E5F5-48B9-B4C4-43CDC7452E16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1" name="橢圓 200">
              <a:extLst>
                <a:ext uri="{FF2B5EF4-FFF2-40B4-BE49-F238E27FC236}">
                  <a16:creationId xmlns:a16="http://schemas.microsoft.com/office/drawing/2014/main" id="{41CC920F-4F2F-417F-9981-CF9023B6BB74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E250A8B-CF12-41B8-A597-8EB539AF823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45F3D9A9-95BD-4A24-88C4-48CE572DA48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4" name="橢圓 203">
              <a:extLst>
                <a:ext uri="{FF2B5EF4-FFF2-40B4-BE49-F238E27FC236}">
                  <a16:creationId xmlns:a16="http://schemas.microsoft.com/office/drawing/2014/main" id="{19A128EE-ABFB-4D8E-96B1-548E5DB8326E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5" name="橢圓 204">
              <a:extLst>
                <a:ext uri="{FF2B5EF4-FFF2-40B4-BE49-F238E27FC236}">
                  <a16:creationId xmlns:a16="http://schemas.microsoft.com/office/drawing/2014/main" id="{D6BAB783-8C81-4EE9-83E6-6141550A52CB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A7B5CADD-E027-4B14-A64A-E5A958EEB59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7" name="橢圓 206">
              <a:extLst>
                <a:ext uri="{FF2B5EF4-FFF2-40B4-BE49-F238E27FC236}">
                  <a16:creationId xmlns:a16="http://schemas.microsoft.com/office/drawing/2014/main" id="{5BA260B8-8CC9-4CB4-A722-258A4C948B0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F9C8D5CD-286A-48B1-B9E0-347341DB3F2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28456E07-E75F-42DD-ABF7-2128E892E7D8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3" name="橢圓 152">
            <a:extLst>
              <a:ext uri="{FF2B5EF4-FFF2-40B4-BE49-F238E27FC236}">
                <a16:creationId xmlns:a16="http://schemas.microsoft.com/office/drawing/2014/main" id="{7773606D-FC48-476A-9350-09187A830D64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4956505B-8DBA-4273-B722-FDA1EC205005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D91EEBF1-376F-4F39-8D02-77D8D382D49A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B32F37A-4D4F-408A-A8CB-3ED80B99F22F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391D5587-9C1A-496E-8093-E3D09132A27B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9" name="橢圓 158">
            <a:extLst>
              <a:ext uri="{FF2B5EF4-FFF2-40B4-BE49-F238E27FC236}">
                <a16:creationId xmlns:a16="http://schemas.microsoft.com/office/drawing/2014/main" id="{5CE6CBD7-745C-428D-83E9-020B0805B0BB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210C471C-258B-4967-994B-4EBFA1098867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04C7D13E-04C7-4BB4-AFC0-C1DE4B0B8B31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2AA65261-0714-4DB9-B730-A3013600355C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74B80877-FDB8-4419-8045-2B4834FCEC06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74E0382D-7B5A-4BEF-86FD-DD0E81EA889A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71BE6DF8-A99C-432C-A733-4C1D553C4494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07235E97-3575-47E1-B271-DABB887D2EE0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20451EA0-FF52-4220-A280-0D55B6A29D02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5E3B3334-9C55-45F7-BA4D-0B1C4E5D2D7B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41E7A8DB-8914-4EAD-A137-97228F55BE8B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5707F521-FA35-4B94-993B-3A9F93CD9BD3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2" name="手繪多邊形: 圖案 171">
              <a:extLst>
                <a:ext uri="{FF2B5EF4-FFF2-40B4-BE49-F238E27FC236}">
                  <a16:creationId xmlns:a16="http://schemas.microsoft.com/office/drawing/2014/main" id="{A11B7957-AE1B-4191-81CF-AFBD58951D30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橢圓 172">
              <a:extLst>
                <a:ext uri="{FF2B5EF4-FFF2-40B4-BE49-F238E27FC236}">
                  <a16:creationId xmlns:a16="http://schemas.microsoft.com/office/drawing/2014/main" id="{673162F6-4C8A-45C3-8096-9F74C93FC166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橢圓 173">
              <a:extLst>
                <a:ext uri="{FF2B5EF4-FFF2-40B4-BE49-F238E27FC236}">
                  <a16:creationId xmlns:a16="http://schemas.microsoft.com/office/drawing/2014/main" id="{8350A6D8-45FF-437F-BF78-0CBBA5D42BD0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5" name="橢圓 174">
              <a:extLst>
                <a:ext uri="{FF2B5EF4-FFF2-40B4-BE49-F238E27FC236}">
                  <a16:creationId xmlns:a16="http://schemas.microsoft.com/office/drawing/2014/main" id="{EDA478EE-EE7A-4584-BB30-B400A763D5FB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7DB783D0-751F-4694-84EF-1E7D9237F60C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28A937E7-107C-4BC2-A576-1D3931E03DB5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3AC4104C-1AFF-4E77-8EB7-5AD84B07FDF9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EBD35441-44C0-4E5C-BD45-0671B87141CC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A8DE4EBC-62B6-436F-B43B-4276AEB0D2AC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093E526E-0172-4D21-8947-F7D6FA0D6CB5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E38B7F04-30C5-4D3E-8E6A-5A4EB31D70EB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C35BDF1-F2DA-4DA2-86FA-D9CF8EB580A2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18F4CCF6-D58B-4D4F-8671-01FB9CDF6E67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8BE6DD31-7BE2-4F47-B017-E9A39D1D42AD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192" name="文字方塊 191">
            <a:extLst>
              <a:ext uri="{FF2B5EF4-FFF2-40B4-BE49-F238E27FC236}">
                <a16:creationId xmlns:a16="http://schemas.microsoft.com/office/drawing/2014/main" id="{D3CE3341-76B8-47C2-A207-E8473439AD92}"/>
              </a:ext>
            </a:extLst>
          </p:cNvPr>
          <p:cNvSpPr txBox="1"/>
          <p:nvPr/>
        </p:nvSpPr>
        <p:spPr>
          <a:xfrm>
            <a:off x="0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右舞台</a:t>
            </a:r>
          </a:p>
        </p:txBody>
      </p:sp>
      <p:sp>
        <p:nvSpPr>
          <p:cNvPr id="193" name="文字方塊 192">
            <a:extLst>
              <a:ext uri="{FF2B5EF4-FFF2-40B4-BE49-F238E27FC236}">
                <a16:creationId xmlns:a16="http://schemas.microsoft.com/office/drawing/2014/main" id="{8CAD94F3-9276-4764-8D8A-11AD6398DDFD}"/>
              </a:ext>
            </a:extLst>
          </p:cNvPr>
          <p:cNvSpPr txBox="1"/>
          <p:nvPr/>
        </p:nvSpPr>
        <p:spPr>
          <a:xfrm>
            <a:off x="11237893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左舞台</a:t>
            </a: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8455E937-9F29-417F-9D0E-4BBAEE438F5B}"/>
              </a:ext>
            </a:extLst>
          </p:cNvPr>
          <p:cNvSpPr/>
          <p:nvPr/>
        </p:nvSpPr>
        <p:spPr>
          <a:xfrm>
            <a:off x="5565547" y="3027455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127E0867-74AA-40DF-9B79-41B3C5B27D08}"/>
              </a:ext>
            </a:extLst>
          </p:cNvPr>
          <p:cNvSpPr txBox="1"/>
          <p:nvPr/>
        </p:nvSpPr>
        <p:spPr>
          <a:xfrm>
            <a:off x="5086326" y="5208996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第一圈 </a:t>
            </a:r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-1</a:t>
            </a:r>
            <a:endParaRPr lang="zh-TW" altLang="en-US" b="1" dirty="0">
              <a:solidFill>
                <a:srgbClr val="FF0000"/>
              </a:solidFill>
              <a:latin typeface="Topedia Sans TW Beta" pitchFamily="2" charset="-120"/>
              <a:ea typeface="Topedia Sans TW Beta" pitchFamily="2" charset="-120"/>
            </a:endParaRPr>
          </a:p>
        </p:txBody>
      </p:sp>
      <p:cxnSp>
        <p:nvCxnSpPr>
          <p:cNvPr id="198" name="直線單箭頭接點 197">
            <a:extLst>
              <a:ext uri="{FF2B5EF4-FFF2-40B4-BE49-F238E27FC236}">
                <a16:creationId xmlns:a16="http://schemas.microsoft.com/office/drawing/2014/main" id="{BA729CE9-10D5-48D7-8DD1-9D3E6D5F8BAD}"/>
              </a:ext>
            </a:extLst>
          </p:cNvPr>
          <p:cNvCxnSpPr>
            <a:cxnSpLocks/>
            <a:stCxn id="209" idx="2"/>
            <a:endCxn id="194" idx="6"/>
          </p:cNvCxnSpPr>
          <p:nvPr/>
        </p:nvCxnSpPr>
        <p:spPr>
          <a:xfrm flipH="1" flipV="1">
            <a:off x="6114043" y="3301703"/>
            <a:ext cx="2518048" cy="70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矩形 212">
            <a:extLst>
              <a:ext uri="{FF2B5EF4-FFF2-40B4-BE49-F238E27FC236}">
                <a16:creationId xmlns:a16="http://schemas.microsoft.com/office/drawing/2014/main" id="{FD0DFC25-3911-4FE2-940B-E401286E5E3D}"/>
              </a:ext>
            </a:extLst>
          </p:cNvPr>
          <p:cNvSpPr/>
          <p:nvPr/>
        </p:nvSpPr>
        <p:spPr>
          <a:xfrm>
            <a:off x="6031550" y="2902952"/>
            <a:ext cx="320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opedia Sans TW Beta" pitchFamily="2" charset="-120"/>
                <a:ea typeface="Topedia Sans TW Beta" pitchFamily="2" charset="-120"/>
              </a:rPr>
              <a:t>+</a:t>
            </a:r>
            <a:endParaRPr lang="zh-TW" altLang="en-US" dirty="0"/>
          </a:p>
        </p:txBody>
      </p:sp>
      <p:sp>
        <p:nvSpPr>
          <p:cNvPr id="214" name="文字方塊 213">
            <a:extLst>
              <a:ext uri="{FF2B5EF4-FFF2-40B4-BE49-F238E27FC236}">
                <a16:creationId xmlns:a16="http://schemas.microsoft.com/office/drawing/2014/main" id="{2EC67213-9AA5-4257-87ED-6D8D38356C1F}"/>
              </a:ext>
            </a:extLst>
          </p:cNvPr>
          <p:cNvSpPr txBox="1"/>
          <p:nvPr/>
        </p:nvSpPr>
        <p:spPr>
          <a:xfrm>
            <a:off x="34618" y="5124035"/>
            <a:ext cx="5982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Ob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Fl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Picc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Cl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Hn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Harp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Piano</a:t>
            </a: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1A527B4E-2E68-4FAF-828B-968E8EF20DED}"/>
              </a:ext>
            </a:extLst>
          </p:cNvPr>
          <p:cNvSpPr txBox="1"/>
          <p:nvPr/>
        </p:nvSpPr>
        <p:spPr>
          <a:xfrm>
            <a:off x="11600109" y="4762746"/>
            <a:ext cx="5741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Perc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Tp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Tb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BsCl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Sax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Euph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Tuba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StBs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604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730475" y="2289238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大合奏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342826" y="2297470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929331" y="2348810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508437" y="2430129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4092578" y="2592271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339424" y="3028057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2979712" y="3291434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21847" y="23172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03403" y="233188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6878795" y="240626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259083" y="2500515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12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16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F6B3911A-16C7-43FC-BF44-C972DC4AD7DB}"/>
              </a:ext>
            </a:extLst>
          </p:cNvPr>
          <p:cNvSpPr/>
          <p:nvPr/>
        </p:nvSpPr>
        <p:spPr>
          <a:xfrm>
            <a:off x="3695002" y="2805291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9B13869D-18F9-4E86-B0F6-563EE2C88FDC}"/>
              </a:ext>
            </a:extLst>
          </p:cNvPr>
          <p:cNvSpPr/>
          <p:nvPr/>
        </p:nvSpPr>
        <p:spPr>
          <a:xfrm>
            <a:off x="2641098" y="3563994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5ECDAF9A-72BE-409D-B5F6-BA760E353B97}"/>
              </a:ext>
            </a:extLst>
          </p:cNvPr>
          <p:cNvSpPr/>
          <p:nvPr/>
        </p:nvSpPr>
        <p:spPr>
          <a:xfrm>
            <a:off x="7607276" y="260356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00E7B473-CB98-49C4-82C7-9D46CBD5E8D0}"/>
              </a:ext>
            </a:extLst>
          </p:cNvPr>
          <p:cNvSpPr/>
          <p:nvPr/>
        </p:nvSpPr>
        <p:spPr>
          <a:xfrm>
            <a:off x="7961331" y="2729329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A80E4CF-B728-4524-B9AC-C17786150B0A}"/>
              </a:ext>
            </a:extLst>
          </p:cNvPr>
          <p:cNvSpPr/>
          <p:nvPr/>
        </p:nvSpPr>
        <p:spPr>
          <a:xfrm>
            <a:off x="8313244" y="289288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EB6963D9-EDB7-45CD-80CA-FD66B2FE98BF}"/>
              </a:ext>
            </a:extLst>
          </p:cNvPr>
          <p:cNvSpPr/>
          <p:nvPr/>
        </p:nvSpPr>
        <p:spPr>
          <a:xfrm>
            <a:off x="9220710" y="359877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3628D85A-5C7E-4FCF-9CD5-6362EB1D6D45}"/>
              </a:ext>
            </a:extLst>
          </p:cNvPr>
          <p:cNvSpPr/>
          <p:nvPr/>
        </p:nvSpPr>
        <p:spPr>
          <a:xfrm>
            <a:off x="8629557" y="312739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53F3E093-3FDF-424B-A38E-FF1436BE9664}"/>
              </a:ext>
            </a:extLst>
          </p:cNvPr>
          <p:cNvSpPr/>
          <p:nvPr/>
        </p:nvSpPr>
        <p:spPr>
          <a:xfrm>
            <a:off x="8941578" y="3367804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37D204F8-66C8-4EBC-9C1B-0C4A7C788196}"/>
              </a:ext>
            </a:extLst>
          </p:cNvPr>
          <p:cNvSpPr/>
          <p:nvPr/>
        </p:nvSpPr>
        <p:spPr>
          <a:xfrm>
            <a:off x="9504995" y="3884384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C4CF0D52-B145-4C73-90BD-E1B32ECA6603}"/>
              </a:ext>
            </a:extLst>
          </p:cNvPr>
          <p:cNvSpPr/>
          <p:nvPr/>
        </p:nvSpPr>
        <p:spPr>
          <a:xfrm>
            <a:off x="5502186" y="3053346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B448BB93-633F-4DC9-A4F1-44C3FAEE644A}"/>
              </a:ext>
            </a:extLst>
          </p:cNvPr>
          <p:cNvSpPr/>
          <p:nvPr/>
        </p:nvSpPr>
        <p:spPr>
          <a:xfrm>
            <a:off x="6178753" y="304384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0807224D-4E12-4589-9E5E-9E6127764B42}"/>
              </a:ext>
            </a:extLst>
          </p:cNvPr>
          <p:cNvSpPr/>
          <p:nvPr/>
        </p:nvSpPr>
        <p:spPr>
          <a:xfrm>
            <a:off x="6809270" y="3186923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0F7DE418-2BD7-4189-83C2-A89330C5D977}"/>
              </a:ext>
            </a:extLst>
          </p:cNvPr>
          <p:cNvSpPr/>
          <p:nvPr/>
        </p:nvSpPr>
        <p:spPr>
          <a:xfrm>
            <a:off x="7427717" y="340790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94241258-C22B-420B-BFD8-C33DC502141E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D685DDE1-0B4F-4C7B-95C6-AB25D98BFD8D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4ABABA1E-940B-4E0C-94B4-C8DA1FBCFA4B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077AFC44-93B4-4E8F-AEF0-7E7107A49A8E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8A563582-509A-46DA-97B0-BEBB72F70AE6}"/>
              </a:ext>
            </a:extLst>
          </p:cNvPr>
          <p:cNvCxnSpPr>
            <a:cxnSpLocks/>
            <a:stCxn id="142" idx="6"/>
            <a:endCxn id="182" idx="2"/>
          </p:cNvCxnSpPr>
          <p:nvPr/>
        </p:nvCxnSpPr>
        <p:spPr>
          <a:xfrm>
            <a:off x="8547356" y="3965887"/>
            <a:ext cx="957639" cy="82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橢圓 164">
            <a:extLst>
              <a:ext uri="{FF2B5EF4-FFF2-40B4-BE49-F238E27FC236}">
                <a16:creationId xmlns:a16="http://schemas.microsoft.com/office/drawing/2014/main" id="{FE68E470-2384-4C38-B9C1-0401DE1D413C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9" name="橢圓 168">
            <a:extLst>
              <a:ext uri="{FF2B5EF4-FFF2-40B4-BE49-F238E27FC236}">
                <a16:creationId xmlns:a16="http://schemas.microsoft.com/office/drawing/2014/main" id="{A3FCA8F6-C06F-4EB0-B737-B91C87E2F093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橢圓 169">
            <a:extLst>
              <a:ext uri="{FF2B5EF4-FFF2-40B4-BE49-F238E27FC236}">
                <a16:creationId xmlns:a16="http://schemas.microsoft.com/office/drawing/2014/main" id="{9C5139D6-DC32-4D0B-8EA3-E7FDED5959A7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1" name="橢圓 170">
            <a:extLst>
              <a:ext uri="{FF2B5EF4-FFF2-40B4-BE49-F238E27FC236}">
                <a16:creationId xmlns:a16="http://schemas.microsoft.com/office/drawing/2014/main" id="{BDC0EBE1-75DF-4043-85C3-B4E35B5E2854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DB540383-0417-4AFB-965E-402A6FF3E5EA}"/>
              </a:ext>
            </a:extLst>
          </p:cNvPr>
          <p:cNvSpPr/>
          <p:nvPr/>
        </p:nvSpPr>
        <p:spPr>
          <a:xfrm>
            <a:off x="4728420" y="3926336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F8491B77-24D5-4B82-9378-1A628BE344C8}"/>
              </a:ext>
            </a:extLst>
          </p:cNvPr>
          <p:cNvSpPr/>
          <p:nvPr/>
        </p:nvSpPr>
        <p:spPr>
          <a:xfrm>
            <a:off x="6244900" y="3713713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46DF187B-F10B-4468-9465-C643BB02CBE7}"/>
              </a:ext>
            </a:extLst>
          </p:cNvPr>
          <p:cNvSpPr/>
          <p:nvPr/>
        </p:nvSpPr>
        <p:spPr>
          <a:xfrm>
            <a:off x="6896167" y="38801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43D24BF7-F836-456E-AAD5-98DE9D3E8D19}"/>
              </a:ext>
            </a:extLst>
          </p:cNvPr>
          <p:cNvSpPr/>
          <p:nvPr/>
        </p:nvSpPr>
        <p:spPr>
          <a:xfrm>
            <a:off x="7516505" y="4228941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DBEE4885-82B0-49FB-987E-67FE0FE307DA}"/>
              </a:ext>
            </a:extLst>
          </p:cNvPr>
          <p:cNvSpPr/>
          <p:nvPr/>
        </p:nvSpPr>
        <p:spPr>
          <a:xfrm>
            <a:off x="8075240" y="4633585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C9541CE1-FA67-4C38-88E1-275EEA410408}"/>
              </a:ext>
            </a:extLst>
          </p:cNvPr>
          <p:cNvSpPr/>
          <p:nvPr/>
        </p:nvSpPr>
        <p:spPr>
          <a:xfrm>
            <a:off x="8545500" y="5156399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AA52E92C-A62B-4986-903F-0FA228D0E04D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5FC6F0EC-473A-4764-A52D-6F121B42734F}"/>
              </a:ext>
            </a:extLst>
          </p:cNvPr>
          <p:cNvSpPr/>
          <p:nvPr/>
        </p:nvSpPr>
        <p:spPr>
          <a:xfrm>
            <a:off x="5386007" y="3739424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8F962713-5A6A-4C2E-A0EB-06D1C3FAE2AA}"/>
              </a:ext>
            </a:extLst>
          </p:cNvPr>
          <p:cNvSpPr/>
          <p:nvPr/>
        </p:nvSpPr>
        <p:spPr>
          <a:xfrm>
            <a:off x="10322761" y="5403927"/>
            <a:ext cx="548496" cy="5484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E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Bs.</a:t>
            </a:r>
            <a:endParaRPr lang="zh-TW" altLang="en-US" dirty="0">
              <a:solidFill>
                <a:schemeClr val="bg1"/>
              </a:solidFill>
            </a:endParaRPr>
          </a:p>
        </p:txBody>
      </p: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978ECE5A-BB0B-41B3-9E4A-C4F6CC850604}"/>
              </a:ext>
            </a:extLst>
          </p:cNvPr>
          <p:cNvGrpSpPr/>
          <p:nvPr/>
        </p:nvGrpSpPr>
        <p:grpSpPr>
          <a:xfrm>
            <a:off x="1235724" y="478932"/>
            <a:ext cx="9635533" cy="5473491"/>
            <a:chOff x="1235724" y="478932"/>
            <a:chExt cx="9635533" cy="5473491"/>
          </a:xfrm>
        </p:grpSpPr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A4E4F2A2-42E7-4290-82EF-757198076467}"/>
                </a:ext>
              </a:extLst>
            </p:cNvPr>
            <p:cNvSpPr/>
            <p:nvPr/>
          </p:nvSpPr>
          <p:spPr>
            <a:xfrm rot="1396589">
              <a:off x="1235724" y="5375518"/>
              <a:ext cx="714103" cy="5433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Harp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DA59F407-90D4-4C1B-AAC0-4E08FCD2D5D2}"/>
                </a:ext>
              </a:extLst>
            </p:cNvPr>
            <p:cNvSpPr/>
            <p:nvPr/>
          </p:nvSpPr>
          <p:spPr>
            <a:xfrm rot="18844434">
              <a:off x="1577316" y="3774329"/>
              <a:ext cx="959053" cy="1155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Piano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A97406D1-8E5E-43AF-9862-5BB1B183ADD2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4" name="手繪多邊形: 圖案 203">
              <a:extLst>
                <a:ext uri="{FF2B5EF4-FFF2-40B4-BE49-F238E27FC236}">
                  <a16:creationId xmlns:a16="http://schemas.microsoft.com/office/drawing/2014/main" id="{1215B70B-A811-48E1-91F7-1E0C98795A98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橢圓 204">
              <a:extLst>
                <a:ext uri="{FF2B5EF4-FFF2-40B4-BE49-F238E27FC236}">
                  <a16:creationId xmlns:a16="http://schemas.microsoft.com/office/drawing/2014/main" id="{A9A864FF-F56A-47F5-ACA4-A0F43FBD8B8A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CE3ECCB3-0791-4987-89D2-280FA8D24358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7" name="橢圓 206">
              <a:extLst>
                <a:ext uri="{FF2B5EF4-FFF2-40B4-BE49-F238E27FC236}">
                  <a16:creationId xmlns:a16="http://schemas.microsoft.com/office/drawing/2014/main" id="{053E898E-A4F7-44E9-B833-903C165C7555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C853E3CD-EAFC-47BA-A145-BA91D2D0B552}"/>
                </a:ext>
              </a:extLst>
            </p:cNvPr>
            <p:cNvSpPr/>
            <p:nvPr/>
          </p:nvSpPr>
          <p:spPr>
            <a:xfrm rot="2183362">
              <a:off x="9417097" y="2481948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FCD844D0-E73F-492F-A92F-E665F4439FF6}"/>
                </a:ext>
              </a:extLst>
            </p:cNvPr>
            <p:cNvSpPr/>
            <p:nvPr/>
          </p:nvSpPr>
          <p:spPr>
            <a:xfrm rot="19682718">
              <a:off x="2529654" y="2642119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9D017B0A-768D-4E04-A51F-460A13A172EF}"/>
                </a:ext>
              </a:extLst>
            </p:cNvPr>
            <p:cNvSpPr/>
            <p:nvPr/>
          </p:nvSpPr>
          <p:spPr>
            <a:xfrm rot="19758321">
              <a:off x="3133819" y="2150347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E7703ACD-CD8F-4642-9159-4062524057D7}"/>
                </a:ext>
              </a:extLst>
            </p:cNvPr>
            <p:cNvSpPr/>
            <p:nvPr/>
          </p:nvSpPr>
          <p:spPr>
            <a:xfrm rot="3325118">
              <a:off x="2178968" y="293929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AE06C386-654F-42B1-A507-9D3DFF417CF9}"/>
                </a:ext>
              </a:extLst>
            </p:cNvPr>
            <p:cNvSpPr/>
            <p:nvPr/>
          </p:nvSpPr>
          <p:spPr>
            <a:xfrm rot="19720280">
              <a:off x="2055653" y="2155539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EE96FFB2-3D68-481C-929B-7FA6747112C9}"/>
                </a:ext>
              </a:extLst>
            </p:cNvPr>
            <p:cNvSpPr/>
            <p:nvPr/>
          </p:nvSpPr>
          <p:spPr>
            <a:xfrm rot="19789676">
              <a:off x="2838015" y="1572178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8EDA2471-1B82-4C99-A1B2-1076A6345FDC}"/>
                </a:ext>
              </a:extLst>
            </p:cNvPr>
            <p:cNvSpPr/>
            <p:nvPr/>
          </p:nvSpPr>
          <p:spPr>
            <a:xfrm rot="3300693">
              <a:off x="1748046" y="2539087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4013C9C0-F029-45EE-BAB1-CAEB4E97204B}"/>
                </a:ext>
              </a:extLst>
            </p:cNvPr>
            <p:cNvSpPr/>
            <p:nvPr/>
          </p:nvSpPr>
          <p:spPr>
            <a:xfrm rot="19058860">
              <a:off x="1376433" y="3734872"/>
              <a:ext cx="287383" cy="16395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6" name="橢圓 215">
              <a:extLst>
                <a:ext uri="{FF2B5EF4-FFF2-40B4-BE49-F238E27FC236}">
                  <a16:creationId xmlns:a16="http://schemas.microsoft.com/office/drawing/2014/main" id="{61178163-D0D0-44A2-9111-54C47AEDECE9}"/>
                </a:ext>
              </a:extLst>
            </p:cNvPr>
            <p:cNvSpPr/>
            <p:nvPr/>
          </p:nvSpPr>
          <p:spPr>
            <a:xfrm>
              <a:off x="10322761" y="5403927"/>
              <a:ext cx="548496" cy="54849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DD812C1D-9703-4AD1-A9E2-EE4F7EDD3FBA}"/>
                </a:ext>
              </a:extLst>
            </p:cNvPr>
            <p:cNvSpPr/>
            <p:nvPr/>
          </p:nvSpPr>
          <p:spPr>
            <a:xfrm rot="20700000">
              <a:off x="10338862" y="5047251"/>
              <a:ext cx="287383" cy="2676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⚡</a:t>
              </a:r>
            </a:p>
          </p:txBody>
        </p:sp>
      </p:grpSp>
      <p:sp>
        <p:nvSpPr>
          <p:cNvPr id="218" name="文字方塊 217">
            <a:extLst>
              <a:ext uri="{FF2B5EF4-FFF2-40B4-BE49-F238E27FC236}">
                <a16:creationId xmlns:a16="http://schemas.microsoft.com/office/drawing/2014/main" id="{CC586416-20AB-4263-A87C-6C5F759EF20E}"/>
              </a:ext>
            </a:extLst>
          </p:cNvPr>
          <p:cNvSpPr txBox="1"/>
          <p:nvPr/>
        </p:nvSpPr>
        <p:spPr>
          <a:xfrm>
            <a:off x="5744575" y="19747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9</a:t>
            </a:r>
            <a:endParaRPr lang="zh-TW" altLang="en-US" b="1" dirty="0"/>
          </a:p>
        </p:txBody>
      </p:sp>
      <p:sp>
        <p:nvSpPr>
          <p:cNvPr id="219" name="文字方塊 218">
            <a:extLst>
              <a:ext uri="{FF2B5EF4-FFF2-40B4-BE49-F238E27FC236}">
                <a16:creationId xmlns:a16="http://schemas.microsoft.com/office/drawing/2014/main" id="{CD3C2BA1-FD34-482D-A6E4-F15C8C6A8162}"/>
              </a:ext>
            </a:extLst>
          </p:cNvPr>
          <p:cNvSpPr txBox="1"/>
          <p:nvPr/>
        </p:nvSpPr>
        <p:spPr>
          <a:xfrm>
            <a:off x="6171253" y="19751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11</a:t>
            </a:r>
            <a:endParaRPr lang="zh-TW" altLang="en-US" b="1" dirty="0"/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52FBCCAA-BF7B-40DA-BF42-6CE902CA38AF}"/>
              </a:ext>
            </a:extLst>
          </p:cNvPr>
          <p:cNvSpPr txBox="1"/>
          <p:nvPr/>
        </p:nvSpPr>
        <p:spPr>
          <a:xfrm>
            <a:off x="0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右舞台</a:t>
            </a:r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A0C93F79-1D49-43B5-9433-3C6D67D05F57}"/>
              </a:ext>
            </a:extLst>
          </p:cNvPr>
          <p:cNvSpPr txBox="1"/>
          <p:nvPr/>
        </p:nvSpPr>
        <p:spPr>
          <a:xfrm>
            <a:off x="11237893" y="645789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opedia Sans TW Beta" pitchFamily="2" charset="-120"/>
                <a:ea typeface="Topedia Sans TW Beta" pitchFamily="2" charset="-120"/>
              </a:rPr>
              <a:t>左舞台</a:t>
            </a: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4970C703-D990-4886-8E52-2803BF474571}"/>
              </a:ext>
            </a:extLst>
          </p:cNvPr>
          <p:cNvSpPr txBox="1"/>
          <p:nvPr/>
        </p:nvSpPr>
        <p:spPr>
          <a:xfrm>
            <a:off x="34618" y="5124035"/>
            <a:ext cx="5982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Ob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Fl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Picc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Cl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Hn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Harp</a:t>
            </a: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Piano</a:t>
            </a:r>
          </a:p>
        </p:txBody>
      </p:sp>
      <p:sp>
        <p:nvSpPr>
          <p:cNvPr id="223" name="文字方塊 222">
            <a:extLst>
              <a:ext uri="{FF2B5EF4-FFF2-40B4-BE49-F238E27FC236}">
                <a16:creationId xmlns:a16="http://schemas.microsoft.com/office/drawing/2014/main" id="{0ACEF6E7-1E61-4311-9A1F-AEB137C5B8D3}"/>
              </a:ext>
            </a:extLst>
          </p:cNvPr>
          <p:cNvSpPr txBox="1"/>
          <p:nvPr/>
        </p:nvSpPr>
        <p:spPr>
          <a:xfrm>
            <a:off x="11600109" y="4762746"/>
            <a:ext cx="5741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Perc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Tp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Tb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Bsn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BsCl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Sax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Euph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  <a:p>
            <a:r>
              <a:rPr lang="en-US" altLang="zh-TW" sz="1200" dirty="0">
                <a:latin typeface="Topedia Sans TW Beta" pitchFamily="2" charset="-120"/>
                <a:ea typeface="Topedia Sans TW Beta" pitchFamily="2" charset="-120"/>
              </a:rPr>
              <a:t>Tuba</a:t>
            </a:r>
          </a:p>
          <a:p>
            <a:r>
              <a:rPr lang="en-US" altLang="zh-TW" sz="1200" dirty="0" err="1">
                <a:latin typeface="Topedia Sans TW Beta" pitchFamily="2" charset="-120"/>
                <a:ea typeface="Topedia Sans TW Beta" pitchFamily="2" charset="-120"/>
              </a:rPr>
              <a:t>StBs</a:t>
            </a:r>
            <a:endParaRPr lang="en-US" altLang="zh-TW" sz="1200" dirty="0">
              <a:latin typeface="Topedia Sans TW Beta" pitchFamily="2" charset="-120"/>
              <a:ea typeface="Topedia Sans TW Beta" pitchFamily="2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37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E4A3866-1332-44D3-B54F-25D53F808403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949A8E8-31C1-40B4-91CF-EB3A19BA2589}"/>
              </a:ext>
            </a:extLst>
          </p:cNvPr>
          <p:cNvSpPr/>
          <p:nvPr/>
        </p:nvSpPr>
        <p:spPr>
          <a:xfrm rot="18844434">
            <a:off x="1693873" y="3167859"/>
            <a:ext cx="1153367" cy="13610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260997-E021-412D-9323-E73A13105B09}"/>
              </a:ext>
            </a:extLst>
          </p:cNvPr>
          <p:cNvSpPr txBox="1"/>
          <p:nvPr/>
        </p:nvSpPr>
        <p:spPr>
          <a:xfrm>
            <a:off x="9589142" y="6382195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22D7428D-42D4-4132-BCE1-1F41EE265E0B}"/>
              </a:ext>
            </a:extLst>
          </p:cNvPr>
          <p:cNvSpPr txBox="1"/>
          <p:nvPr/>
        </p:nvSpPr>
        <p:spPr>
          <a:xfrm>
            <a:off x="10471234" y="6096089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CC0BB86A-4731-4F64-AD5B-6DD3C070DCAB}"/>
              </a:ext>
            </a:extLst>
          </p:cNvPr>
          <p:cNvGrpSpPr/>
          <p:nvPr/>
        </p:nvGrpSpPr>
        <p:grpSpPr>
          <a:xfrm>
            <a:off x="2073355" y="478932"/>
            <a:ext cx="8069401" cy="2537192"/>
            <a:chOff x="2073355" y="478932"/>
            <a:chExt cx="8069401" cy="2537192"/>
          </a:xfrm>
        </p:grpSpPr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80FF94F4-EF3C-43D6-909F-A04A7C9FD29D}"/>
                </a:ext>
              </a:extLst>
            </p:cNvPr>
            <p:cNvSpPr/>
            <p:nvPr/>
          </p:nvSpPr>
          <p:spPr>
            <a:xfrm>
              <a:off x="8574510" y="1321724"/>
              <a:ext cx="653172" cy="653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手繪多邊形: 圖案 120">
              <a:extLst>
                <a:ext uri="{FF2B5EF4-FFF2-40B4-BE49-F238E27FC236}">
                  <a16:creationId xmlns:a16="http://schemas.microsoft.com/office/drawing/2014/main" id="{3DAEDBD5-B6C8-4CDE-88CA-376D333B067F}"/>
                </a:ext>
              </a:extLst>
            </p:cNvPr>
            <p:cNvSpPr/>
            <p:nvPr/>
          </p:nvSpPr>
          <p:spPr>
            <a:xfrm>
              <a:off x="2882537" y="478932"/>
              <a:ext cx="6548846" cy="1018942"/>
            </a:xfrm>
            <a:custGeom>
              <a:avLst/>
              <a:gdLst>
                <a:gd name="connsiteX0" fmla="*/ 0 w 6548846"/>
                <a:gd name="connsiteY0" fmla="*/ 1018942 h 1018942"/>
                <a:gd name="connsiteX1" fmla="*/ 3222172 w 6548846"/>
                <a:gd name="connsiteY1" fmla="*/ 39 h 1018942"/>
                <a:gd name="connsiteX2" fmla="*/ 6548846 w 6548846"/>
                <a:gd name="connsiteY2" fmla="*/ 975399 h 1018942"/>
                <a:gd name="connsiteX3" fmla="*/ 6548846 w 6548846"/>
                <a:gd name="connsiteY3" fmla="*/ 975399 h 1018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48846" h="1018942">
                  <a:moveTo>
                    <a:pt x="0" y="1018942"/>
                  </a:moveTo>
                  <a:cubicBezTo>
                    <a:pt x="1065349" y="513119"/>
                    <a:pt x="2130698" y="7296"/>
                    <a:pt x="3222172" y="39"/>
                  </a:cubicBezTo>
                  <a:cubicBezTo>
                    <a:pt x="4313646" y="-7218"/>
                    <a:pt x="6548846" y="975399"/>
                    <a:pt x="6548846" y="975399"/>
                  </a:cubicBezTo>
                  <a:lnTo>
                    <a:pt x="6548846" y="975399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8DA9C258-5404-4EF7-82E8-6FDEE61273B7}"/>
                </a:ext>
              </a:extLst>
            </p:cNvPr>
            <p:cNvSpPr/>
            <p:nvPr/>
          </p:nvSpPr>
          <p:spPr>
            <a:xfrm>
              <a:off x="8196948" y="1856332"/>
              <a:ext cx="598192" cy="59819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EC78E89E-7ABA-438E-84D6-0D9E5DDFB719}"/>
                </a:ext>
              </a:extLst>
            </p:cNvPr>
            <p:cNvSpPr/>
            <p:nvPr/>
          </p:nvSpPr>
          <p:spPr>
            <a:xfrm>
              <a:off x="7641656" y="1624243"/>
              <a:ext cx="577581" cy="57758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C53CF5F1-9379-4519-A24C-02E824235985}"/>
                </a:ext>
              </a:extLst>
            </p:cNvPr>
            <p:cNvSpPr/>
            <p:nvPr/>
          </p:nvSpPr>
          <p:spPr>
            <a:xfrm>
              <a:off x="7662971" y="1064125"/>
              <a:ext cx="534383" cy="53438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B899925F-3CEF-4B3C-9CE9-DCDFD72C08BA}"/>
                </a:ext>
              </a:extLst>
            </p:cNvPr>
            <p:cNvSpPr/>
            <p:nvPr/>
          </p:nvSpPr>
          <p:spPr>
            <a:xfrm rot="2183362">
              <a:off x="9341883" y="2396461"/>
              <a:ext cx="800873" cy="6094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</a:rPr>
                <a:t>Drum Set</a:t>
              </a:r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4F5F3787-D16C-4712-83EC-CB3635C5DFB3}"/>
                </a:ext>
              </a:extLst>
            </p:cNvPr>
            <p:cNvSpPr/>
            <p:nvPr/>
          </p:nvSpPr>
          <p:spPr>
            <a:xfrm rot="20330182">
              <a:off x="2935621" y="2449975"/>
              <a:ext cx="685228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Bells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410759B6-C34D-40BC-9E02-202D3BFDF59D}"/>
                </a:ext>
              </a:extLst>
            </p:cNvPr>
            <p:cNvSpPr/>
            <p:nvPr/>
          </p:nvSpPr>
          <p:spPr>
            <a:xfrm rot="20405785">
              <a:off x="3617779" y="2115976"/>
              <a:ext cx="1069357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Xylo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1CCE53C-C16C-45D4-89D8-982CE6B2E336}"/>
                </a:ext>
              </a:extLst>
            </p:cNvPr>
            <p:cNvSpPr/>
            <p:nvPr/>
          </p:nvSpPr>
          <p:spPr>
            <a:xfrm rot="3972582">
              <a:off x="2545841" y="265656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200" dirty="0" err="1">
                  <a:solidFill>
                    <a:sysClr val="windowText" lastClr="000000"/>
                  </a:solidFill>
                </a:rPr>
                <a:t>Crot</a:t>
              </a:r>
              <a:r>
                <a:rPr lang="en-US" altLang="zh-TW" sz="12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457E1034-6DF9-4AAD-974A-2C0C863DE5DC}"/>
                </a:ext>
              </a:extLst>
            </p:cNvPr>
            <p:cNvSpPr/>
            <p:nvPr/>
          </p:nvSpPr>
          <p:spPr>
            <a:xfrm rot="20367744">
              <a:off x="2346364" y="1949411"/>
              <a:ext cx="87351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ysClr val="windowText" lastClr="000000"/>
                  </a:solidFill>
                </a:rPr>
                <a:t>Vib</a:t>
              </a:r>
              <a:r>
                <a:rPr lang="en-US" altLang="zh-TW" sz="1400" dirty="0">
                  <a:solidFill>
                    <a:sysClr val="windowText" lastClr="000000"/>
                  </a:solidFill>
                </a:rPr>
                <a:t>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147F2C0F-A470-492C-A862-B442927766EA}"/>
                </a:ext>
              </a:extLst>
            </p:cNvPr>
            <p:cNvSpPr/>
            <p:nvPr/>
          </p:nvSpPr>
          <p:spPr>
            <a:xfrm rot="20437140">
              <a:off x="3214616" y="1541886"/>
              <a:ext cx="1283776" cy="342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ysClr val="windowText" lastClr="000000"/>
                  </a:solidFill>
                </a:rPr>
                <a:t>Mar.</a:t>
              </a:r>
              <a:endParaRPr lang="zh-TW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90A7C6CA-BB36-49D8-8E26-289CDBDFD8B1}"/>
                </a:ext>
              </a:extLst>
            </p:cNvPr>
            <p:cNvSpPr/>
            <p:nvPr/>
          </p:nvSpPr>
          <p:spPr>
            <a:xfrm rot="3948157">
              <a:off x="1966324" y="2175656"/>
              <a:ext cx="466589" cy="2525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050" dirty="0">
                  <a:solidFill>
                    <a:sysClr val="windowText" lastClr="000000"/>
                  </a:solidFill>
                </a:rPr>
                <a:t>Chimes.</a:t>
              </a:r>
              <a:endParaRPr lang="zh-TW" altLang="en-US" sz="105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902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上半場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v2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195578" y="315447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46933808-2226-4F33-B2AC-D82F822AC5B4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E128EEF3-101B-4A20-A824-2888AD42CA02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2B9513C4-26E2-4341-9C6D-80EBD2DCC058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L5</a:t>
            </a:r>
            <a:endParaRPr lang="zh-TW" altLang="en-US" b="1" dirty="0"/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0ABAB4AD-64C7-4184-9982-9D4304CFC406}"/>
              </a:ext>
            </a:extLst>
          </p:cNvPr>
          <p:cNvSpPr txBox="1"/>
          <p:nvPr/>
        </p:nvSpPr>
        <p:spPr>
          <a:xfrm>
            <a:off x="1888566" y="6324183"/>
            <a:ext cx="6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R7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7A4AFDF1-1633-406F-8531-BC12A46BB9D1}"/>
              </a:ext>
            </a:extLst>
          </p:cNvPr>
          <p:cNvSpPr txBox="1"/>
          <p:nvPr/>
        </p:nvSpPr>
        <p:spPr>
          <a:xfrm>
            <a:off x="9903717" y="6477768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360C7CE6-54FB-4424-8678-756199FA927B}"/>
              </a:ext>
            </a:extLst>
          </p:cNvPr>
          <p:cNvSpPr txBox="1"/>
          <p:nvPr/>
        </p:nvSpPr>
        <p:spPr>
          <a:xfrm>
            <a:off x="10785809" y="619166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1D00218B-E953-44CF-A39F-E4DFD7FD0AF3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E90E28BB-8FFA-4ECD-AE66-D18A43C11BD9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4B2C6AC-2889-400E-874B-CF832DFCF5AA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F87A51B6-5A2E-4C44-AE36-AEFFF7E020B0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4B9CD7F3-1C63-4F02-96DF-4AA8A6AFD846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7F5B4115-292F-4433-A702-C42A0031A702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A08D660F-74AF-4E32-ACF5-145CA17FB441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DB16F325-A95F-4438-81BA-35396FE27BF2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AEDB4EC1-55E0-4FAA-8602-B3C0F4E7619F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367DFF41-C1DF-4EFB-96ED-22AA16EFBFAE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76A2DA99-B416-43FE-B9D2-33996C177E41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565AA3A1-FC29-4199-AC85-6F9B16CCBAF8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6E6A1DA7-3CFE-4FA2-9493-4C9199300F01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4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校內團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v2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826A7E21-C45A-4CA5-91AE-0609386132E6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61AFC087-E91D-4F5B-8C3C-C772AB8EEE9C}"/>
              </a:ext>
            </a:extLst>
          </p:cNvPr>
          <p:cNvSpPr txBox="1"/>
          <p:nvPr/>
        </p:nvSpPr>
        <p:spPr>
          <a:xfrm>
            <a:off x="6867210" y="174181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4</a:t>
            </a:r>
            <a:endParaRPr lang="zh-TW" altLang="en-US" b="1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195578" y="315447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1" name="橢圓 170">
            <a:extLst>
              <a:ext uri="{FF2B5EF4-FFF2-40B4-BE49-F238E27FC236}">
                <a16:creationId xmlns:a16="http://schemas.microsoft.com/office/drawing/2014/main" id="{D8CE5767-0E1F-4754-94F8-8536935B70B7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C6939ABA-03D6-411D-9E0A-D23CEE43AD2D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3" name="橢圓 172">
            <a:extLst>
              <a:ext uri="{FF2B5EF4-FFF2-40B4-BE49-F238E27FC236}">
                <a16:creationId xmlns:a16="http://schemas.microsoft.com/office/drawing/2014/main" id="{FAEB4C00-A665-4EF8-BC1A-04278158619E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A97908FA-B5B4-4584-9CFC-8FEA8D00C658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483AB5DB-155B-4D17-93FB-6FCF9E09CBB8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ECC96FF1-7E4F-4D9A-BCAF-62BF99A49747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3BE2E89B-9E71-434B-845E-5B7F9699A346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029D09A6-5B1E-41AC-9B56-04C30DB08DE8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6D356855-ED4B-4522-BB0D-AF7B58F1C20E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E76FE7FD-A952-4B16-AE7B-76C5D32705D3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9720EB28-9603-451B-8204-55D270393763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B8B37163-0D44-420C-B228-9330B539818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BDC3D6BC-E104-4422-8EB2-81B20AAF6A4A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D75F9DD7-E3C1-4455-B294-FC04DC314643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3C2BF351-F1AF-4DB9-AB3D-05C868AB2C96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488E6D24-3974-4097-9BC8-2B8A53AA3C4B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2952EE2F-4ECE-4B03-9E6D-63ADAE1D983B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FA6EA9BE-08B6-4E88-8CFB-4F2CA14F3BB7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A121728E-6AB7-4D10-8D25-1F1CD19671D4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7FE12D7F-D373-4A48-ABE7-BE9F49CE3EDD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4" name="橢圓 203">
            <a:extLst>
              <a:ext uri="{FF2B5EF4-FFF2-40B4-BE49-F238E27FC236}">
                <a16:creationId xmlns:a16="http://schemas.microsoft.com/office/drawing/2014/main" id="{EE700851-0C2E-4800-ABC2-1797C300862B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6" name="橢圓 205">
            <a:extLst>
              <a:ext uri="{FF2B5EF4-FFF2-40B4-BE49-F238E27FC236}">
                <a16:creationId xmlns:a16="http://schemas.microsoft.com/office/drawing/2014/main" id="{71F59007-374F-40FE-804B-AA14ABF88ACC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1" name="橢圓 210">
            <a:extLst>
              <a:ext uri="{FF2B5EF4-FFF2-40B4-BE49-F238E27FC236}">
                <a16:creationId xmlns:a16="http://schemas.microsoft.com/office/drawing/2014/main" id="{C1B70BCC-9A59-426E-B34D-404C255DF1C8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2" name="橢圓 211">
            <a:extLst>
              <a:ext uri="{FF2B5EF4-FFF2-40B4-BE49-F238E27FC236}">
                <a16:creationId xmlns:a16="http://schemas.microsoft.com/office/drawing/2014/main" id="{6389CDD1-A582-450B-8C32-8FC0746B6728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3" name="橢圓 212">
            <a:extLst>
              <a:ext uri="{FF2B5EF4-FFF2-40B4-BE49-F238E27FC236}">
                <a16:creationId xmlns:a16="http://schemas.microsoft.com/office/drawing/2014/main" id="{311C8D97-C3ED-41EA-9A9E-B6E5D546FC2E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2F3399EE-6B5C-4E00-B26D-2CBB8AFF4296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5836E06F-661F-40AC-9911-A0AB2FAFBE1B}"/>
              </a:ext>
            </a:extLst>
          </p:cNvPr>
          <p:cNvSpPr txBox="1"/>
          <p:nvPr/>
        </p:nvSpPr>
        <p:spPr>
          <a:xfrm>
            <a:off x="4077781" y="6224225"/>
            <a:ext cx="87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7</a:t>
            </a:r>
          </a:p>
          <a:p>
            <a:r>
              <a:rPr lang="en-US" altLang="zh-TW" b="1" dirty="0"/>
              <a:t>(3-2-2)</a:t>
            </a:r>
            <a:endParaRPr lang="zh-TW" altLang="en-US" b="1" dirty="0"/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713A5DAF-A135-4DCB-8FEE-6ECF566E9EFD}"/>
              </a:ext>
            </a:extLst>
          </p:cNvPr>
          <p:cNvSpPr txBox="1"/>
          <p:nvPr/>
        </p:nvSpPr>
        <p:spPr>
          <a:xfrm>
            <a:off x="6564096" y="5477881"/>
            <a:ext cx="101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/>
              <a:t>Picc</a:t>
            </a:r>
            <a:r>
              <a:rPr lang="en-US" altLang="zh-TW" b="1" dirty="0"/>
              <a:t>/Fl 6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3328062B-1C67-49DB-95FF-0396D517CB8B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31D785B1-CB07-4097-B175-391E974857F3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8877DB3A-F7B1-4740-9959-E68A5FCAD0DC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4FBBDBAF-F205-4DBE-BEFA-D75EAB26A5AD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4945CC88-6E5B-4F99-ACC0-82549A6EA9AC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336C6324-A25D-4D9D-A581-E0B4E721A236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40A569A8-AF1D-4D70-A64B-2150EC012120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9" name="橢圓 168">
            <a:extLst>
              <a:ext uri="{FF2B5EF4-FFF2-40B4-BE49-F238E27FC236}">
                <a16:creationId xmlns:a16="http://schemas.microsoft.com/office/drawing/2014/main" id="{122E4863-F144-41CC-AC03-72850D2BD3E8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橢圓 169">
            <a:extLst>
              <a:ext uri="{FF2B5EF4-FFF2-40B4-BE49-F238E27FC236}">
                <a16:creationId xmlns:a16="http://schemas.microsoft.com/office/drawing/2014/main" id="{6A3FA8CF-BD8E-48A0-9A16-D594D79D13BE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7" name="橢圓 206">
            <a:extLst>
              <a:ext uri="{FF2B5EF4-FFF2-40B4-BE49-F238E27FC236}">
                <a16:creationId xmlns:a16="http://schemas.microsoft.com/office/drawing/2014/main" id="{B2D7B3F1-3A02-4818-A9BE-4D4B09A51937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D4C9C444-F65A-42DC-8447-26F0715522C3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26DA35FA-72E0-406E-B82C-CB725B2A93FF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0" name="橢圓 209">
            <a:extLst>
              <a:ext uri="{FF2B5EF4-FFF2-40B4-BE49-F238E27FC236}">
                <a16:creationId xmlns:a16="http://schemas.microsoft.com/office/drawing/2014/main" id="{6F2AF044-B202-49EE-A70B-5BE6068EBC0A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39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校友團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v2</a:t>
            </a:r>
          </a:p>
          <a:p>
            <a:r>
              <a:rPr lang="en-US" altLang="zh-TW" sz="1600" dirty="0">
                <a:latin typeface="Topedia Sans TW Beta" pitchFamily="2" charset="-120"/>
                <a:ea typeface="Topedia Sans TW Beta" pitchFamily="2" charset="-120"/>
              </a:rPr>
              <a:t>Music for a Festival</a:t>
            </a:r>
            <a:endParaRPr lang="zh-TW" altLang="en-US" sz="16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A588A841-413C-400B-A4EC-EE32CBA2E7FC}"/>
              </a:ext>
            </a:extLst>
          </p:cNvPr>
          <p:cNvGrpSpPr/>
          <p:nvPr/>
        </p:nvGrpSpPr>
        <p:grpSpPr>
          <a:xfrm>
            <a:off x="2735126" y="3713713"/>
            <a:ext cx="6703369" cy="2795317"/>
            <a:chOff x="2735126" y="3713713"/>
            <a:chExt cx="6703369" cy="2795317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540D912-3F95-4CE2-BB85-C7E8B4CA25AE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0C5A37CC-A4A4-4AEE-BCBC-49F6BBBEEEAA}"/>
                </a:ext>
              </a:extLst>
            </p:cNvPr>
            <p:cNvSpPr/>
            <p:nvPr/>
          </p:nvSpPr>
          <p:spPr>
            <a:xfrm>
              <a:off x="3038294" y="5296522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F8734F72-194B-4398-89E0-A1B534D5338C}"/>
                </a:ext>
              </a:extLst>
            </p:cNvPr>
            <p:cNvSpPr/>
            <p:nvPr/>
          </p:nvSpPr>
          <p:spPr>
            <a:xfrm>
              <a:off x="3483379" y="4719745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C282285-2180-4434-B088-41AC5E6E0030}"/>
                </a:ext>
              </a:extLst>
            </p:cNvPr>
            <p:cNvSpPr/>
            <p:nvPr/>
          </p:nvSpPr>
          <p:spPr>
            <a:xfrm>
              <a:off x="4041242" y="4254196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B42F9674-0CC3-4D30-9198-D8B3205FAD97}"/>
                </a:ext>
              </a:extLst>
            </p:cNvPr>
            <p:cNvSpPr/>
            <p:nvPr/>
          </p:nvSpPr>
          <p:spPr>
            <a:xfrm>
              <a:off x="4623175" y="3961037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CE0F6BD-26DB-4188-AE11-C053B8B56847}"/>
                </a:ext>
              </a:extLst>
            </p:cNvPr>
            <p:cNvSpPr/>
            <p:nvPr/>
          </p:nvSpPr>
          <p:spPr>
            <a:xfrm>
              <a:off x="5826952" y="3713713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973C993D-CA0C-4BD4-943A-4038ACB3C4D1}"/>
                </a:ext>
              </a:extLst>
            </p:cNvPr>
            <p:cNvSpPr/>
            <p:nvPr/>
          </p:nvSpPr>
          <p:spPr>
            <a:xfrm>
              <a:off x="6436833" y="377447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DE4C9038-6C78-456F-9E67-01AD4EBEB6A0}"/>
                </a:ext>
              </a:extLst>
            </p:cNvPr>
            <p:cNvSpPr/>
            <p:nvPr/>
          </p:nvSpPr>
          <p:spPr>
            <a:xfrm>
              <a:off x="7052937" y="3975720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橢圓 114">
              <a:extLst>
                <a:ext uri="{FF2B5EF4-FFF2-40B4-BE49-F238E27FC236}">
                  <a16:creationId xmlns:a16="http://schemas.microsoft.com/office/drawing/2014/main" id="{CB8CD845-3B23-45B1-BFF7-E477D2C725E7}"/>
                </a:ext>
              </a:extLst>
            </p:cNvPr>
            <p:cNvSpPr/>
            <p:nvPr/>
          </p:nvSpPr>
          <p:spPr>
            <a:xfrm>
              <a:off x="7673016" y="4274306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DABD3B3-848B-4BC2-8AD1-44A7123077AF}"/>
                </a:ext>
              </a:extLst>
            </p:cNvPr>
            <p:cNvSpPr/>
            <p:nvPr/>
          </p:nvSpPr>
          <p:spPr>
            <a:xfrm>
              <a:off x="8196948" y="4746648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BFFD1422-C76C-466B-8505-163CFAF1F1A5}"/>
                </a:ext>
              </a:extLst>
            </p:cNvPr>
            <p:cNvSpPr/>
            <p:nvPr/>
          </p:nvSpPr>
          <p:spPr>
            <a:xfrm>
              <a:off x="8622665" y="5304080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413A3407-B355-44FE-95EC-D3E19FFA97ED}"/>
                </a:ext>
              </a:extLst>
            </p:cNvPr>
            <p:cNvSpPr/>
            <p:nvPr/>
          </p:nvSpPr>
          <p:spPr>
            <a:xfrm>
              <a:off x="8889999" y="5890133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747B4B43-5FE5-41BE-A5F6-321C34712D09}"/>
                </a:ext>
              </a:extLst>
            </p:cNvPr>
            <p:cNvSpPr/>
            <p:nvPr/>
          </p:nvSpPr>
          <p:spPr>
            <a:xfrm>
              <a:off x="5212469" y="3774474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95" name="橢圓 194">
            <a:extLst>
              <a:ext uri="{FF2B5EF4-FFF2-40B4-BE49-F238E27FC236}">
                <a16:creationId xmlns:a16="http://schemas.microsoft.com/office/drawing/2014/main" id="{6E02A139-2784-4137-84EB-C55F9030F9F3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群組 179">
            <a:extLst>
              <a:ext uri="{FF2B5EF4-FFF2-40B4-BE49-F238E27FC236}">
                <a16:creationId xmlns:a16="http://schemas.microsoft.com/office/drawing/2014/main" id="{0F26DA8D-1C83-4D8D-B152-9CAF89FCF13E}"/>
              </a:ext>
            </a:extLst>
          </p:cNvPr>
          <p:cNvGrpSpPr/>
          <p:nvPr/>
        </p:nvGrpSpPr>
        <p:grpSpPr>
          <a:xfrm>
            <a:off x="3195578" y="2316819"/>
            <a:ext cx="5837009" cy="1255432"/>
            <a:chOff x="3195578" y="2316819"/>
            <a:chExt cx="5837009" cy="1255432"/>
          </a:xfrm>
        </p:grpSpPr>
        <p:sp>
          <p:nvSpPr>
            <p:cNvPr id="181" name="橢圓 180">
              <a:extLst>
                <a:ext uri="{FF2B5EF4-FFF2-40B4-BE49-F238E27FC236}">
                  <a16:creationId xmlns:a16="http://schemas.microsoft.com/office/drawing/2014/main" id="{090B9E0A-348F-4F27-B1A0-ED1BAAEBB27D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7DA12B3F-482E-40DB-9B4D-CF4C2F3694D4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A0B647A0-40AA-4D16-A309-F4F1713DDA99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4" name="橢圓 183">
              <a:extLst>
                <a:ext uri="{FF2B5EF4-FFF2-40B4-BE49-F238E27FC236}">
                  <a16:creationId xmlns:a16="http://schemas.microsoft.com/office/drawing/2014/main" id="{29626542-8357-408D-B0D9-2340EDEA288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D1F8FB62-8B56-4596-A46E-1D1041D7362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00D58A2F-41D8-4D38-91F6-962F6E15994A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橢圓 186">
              <a:extLst>
                <a:ext uri="{FF2B5EF4-FFF2-40B4-BE49-F238E27FC236}">
                  <a16:creationId xmlns:a16="http://schemas.microsoft.com/office/drawing/2014/main" id="{3619F655-57C3-475B-88AE-1B714EEF506C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D003E48E-80E1-4747-8E0F-5405FB32B1E8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9" name="橢圓 188">
              <a:extLst>
                <a:ext uri="{FF2B5EF4-FFF2-40B4-BE49-F238E27FC236}">
                  <a16:creationId xmlns:a16="http://schemas.microsoft.com/office/drawing/2014/main" id="{9549256B-D2D0-48A2-A4A5-32026CD520C2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0" name="橢圓 189">
              <a:extLst>
                <a:ext uri="{FF2B5EF4-FFF2-40B4-BE49-F238E27FC236}">
                  <a16:creationId xmlns:a16="http://schemas.microsoft.com/office/drawing/2014/main" id="{AADCFC06-6CDB-436E-91BE-4280B0240F78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1" name="橢圓 190">
              <a:extLst>
                <a:ext uri="{FF2B5EF4-FFF2-40B4-BE49-F238E27FC236}">
                  <a16:creationId xmlns:a16="http://schemas.microsoft.com/office/drawing/2014/main" id="{D3D6A6D2-35D0-438C-B5FB-F5CEF68BA98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2" name="橢圓 191">
              <a:extLst>
                <a:ext uri="{FF2B5EF4-FFF2-40B4-BE49-F238E27FC236}">
                  <a16:creationId xmlns:a16="http://schemas.microsoft.com/office/drawing/2014/main" id="{28A49FC3-0132-4309-A2AF-4ABC6660F76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3" name="橢圓 192">
              <a:extLst>
                <a:ext uri="{FF2B5EF4-FFF2-40B4-BE49-F238E27FC236}">
                  <a16:creationId xmlns:a16="http://schemas.microsoft.com/office/drawing/2014/main" id="{FEEC7CFF-3FFB-4EB7-832B-49688A4772F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F9717A2E-5ED0-4044-A211-10B5707C7865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6" name="文字方塊 195">
            <a:extLst>
              <a:ext uri="{FF2B5EF4-FFF2-40B4-BE49-F238E27FC236}">
                <a16:creationId xmlns:a16="http://schemas.microsoft.com/office/drawing/2014/main" id="{57A46803-EBB6-4717-B618-66DC52263604}"/>
              </a:ext>
            </a:extLst>
          </p:cNvPr>
          <p:cNvSpPr txBox="1"/>
          <p:nvPr/>
        </p:nvSpPr>
        <p:spPr>
          <a:xfrm>
            <a:off x="5142855" y="1891574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493B5F39-2A4C-46D7-8C64-E32D3E843E1C}"/>
              </a:ext>
            </a:extLst>
          </p:cNvPr>
          <p:cNvSpPr txBox="1"/>
          <p:nvPr/>
        </p:nvSpPr>
        <p:spPr>
          <a:xfrm>
            <a:off x="6867210" y="174181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7</a:t>
            </a:r>
            <a:endParaRPr lang="zh-TW" altLang="en-US" b="1" dirty="0"/>
          </a:p>
        </p:txBody>
      </p: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F7522514-BCC8-4828-932F-870B50F7DF4C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6</a:t>
            </a:r>
            <a:endParaRPr lang="zh-TW" altLang="en-US" b="1" dirty="0"/>
          </a:p>
        </p:txBody>
      </p:sp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5C9854A1-F472-436B-86D7-11BED362CE5E}"/>
              </a:ext>
            </a:extLst>
          </p:cNvPr>
          <p:cNvSpPr txBox="1"/>
          <p:nvPr/>
        </p:nvSpPr>
        <p:spPr>
          <a:xfrm>
            <a:off x="4077781" y="6224225"/>
            <a:ext cx="87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7</a:t>
            </a:r>
          </a:p>
          <a:p>
            <a:r>
              <a:rPr lang="en-US" altLang="zh-TW" b="1" dirty="0"/>
              <a:t>(3-3-4)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07433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協奏曲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v2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r>
              <a:rPr lang="zh-TW" alt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D103FC4E-02C0-4A1A-AFBF-D99623EE75DF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Cello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75FAF34E-3984-408B-830A-62C4FE5C2917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7" name="橢圓 126">
            <a:extLst>
              <a:ext uri="{FF2B5EF4-FFF2-40B4-BE49-F238E27FC236}">
                <a16:creationId xmlns:a16="http://schemas.microsoft.com/office/drawing/2014/main" id="{C8D3AE34-2DCD-439E-A33D-2C18291AC6F8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8" name="橢圓 127">
            <a:extLst>
              <a:ext uri="{FF2B5EF4-FFF2-40B4-BE49-F238E27FC236}">
                <a16:creationId xmlns:a16="http://schemas.microsoft.com/office/drawing/2014/main" id="{A4058500-BB13-4AC3-8E7D-F11D4157DCFA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r>
              <a:rPr lang="zh-TW" altLang="en-US" dirty="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6E02A139-2784-4137-84EB-C55F9030F9F3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1DB0BA30-CBF7-4B8A-AD02-A698B9355C93}"/>
              </a:ext>
            </a:extLst>
          </p:cNvPr>
          <p:cNvGrpSpPr/>
          <p:nvPr/>
        </p:nvGrpSpPr>
        <p:grpSpPr>
          <a:xfrm>
            <a:off x="3195578" y="1665778"/>
            <a:ext cx="5837009" cy="1906473"/>
            <a:chOff x="3195578" y="1665778"/>
            <a:chExt cx="5837009" cy="1906473"/>
          </a:xfrm>
        </p:grpSpPr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1B293F30-5BDA-4243-98EE-0C27084AF4E0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F333BDCE-0359-42FA-B3DC-E9B4FACE8C04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9" name="橢圓 178">
              <a:extLst>
                <a:ext uri="{FF2B5EF4-FFF2-40B4-BE49-F238E27FC236}">
                  <a16:creationId xmlns:a16="http://schemas.microsoft.com/office/drawing/2014/main" id="{35C53D0E-B225-41C8-8F44-8E6FF2E57E03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3B719792-FD40-4D66-8EA1-DB85F66616D3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0F294986-E5F5-48B9-B4C4-43CDC7452E16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1" name="橢圓 200">
              <a:extLst>
                <a:ext uri="{FF2B5EF4-FFF2-40B4-BE49-F238E27FC236}">
                  <a16:creationId xmlns:a16="http://schemas.microsoft.com/office/drawing/2014/main" id="{41CC920F-4F2F-417F-9981-CF9023B6BB74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E250A8B-CF12-41B8-A597-8EB539AF823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45F3D9A9-95BD-4A24-88C4-48CE572DA48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4" name="橢圓 203">
              <a:extLst>
                <a:ext uri="{FF2B5EF4-FFF2-40B4-BE49-F238E27FC236}">
                  <a16:creationId xmlns:a16="http://schemas.microsoft.com/office/drawing/2014/main" id="{19A128EE-ABFB-4D8E-96B1-548E5DB8326E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5" name="橢圓 204">
              <a:extLst>
                <a:ext uri="{FF2B5EF4-FFF2-40B4-BE49-F238E27FC236}">
                  <a16:creationId xmlns:a16="http://schemas.microsoft.com/office/drawing/2014/main" id="{D6BAB783-8C81-4EE9-83E6-6141550A52CB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A7B5CADD-E027-4B14-A64A-E5A958EEB59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7" name="橢圓 206">
              <a:extLst>
                <a:ext uri="{FF2B5EF4-FFF2-40B4-BE49-F238E27FC236}">
                  <a16:creationId xmlns:a16="http://schemas.microsoft.com/office/drawing/2014/main" id="{5BA260B8-8CC9-4CB4-A722-258A4C948B0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F9C8D5CD-286A-48B1-B9E0-347341DB3F2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28456E07-E75F-42DD-ABF7-2128E892E7D8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0" name="文字方塊 209">
              <a:extLst>
                <a:ext uri="{FF2B5EF4-FFF2-40B4-BE49-F238E27FC236}">
                  <a16:creationId xmlns:a16="http://schemas.microsoft.com/office/drawing/2014/main" id="{B061B5EE-8117-41D0-91A0-555AB67EB280}"/>
                </a:ext>
              </a:extLst>
            </p:cNvPr>
            <p:cNvSpPr txBox="1"/>
            <p:nvPr/>
          </p:nvSpPr>
          <p:spPr>
            <a:xfrm>
              <a:off x="6761981" y="1665778"/>
              <a:ext cx="58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Tb 3</a:t>
              </a:r>
              <a:endParaRPr lang="zh-TW" altLang="en-US" b="1" dirty="0"/>
            </a:p>
          </p:txBody>
        </p:sp>
      </p:grpSp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0C985EE4-C0D1-4EEE-9EBC-8E066634701E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4</a:t>
            </a:r>
            <a:endParaRPr lang="zh-TW" altLang="en-US" b="1" dirty="0"/>
          </a:p>
        </p:txBody>
      </p:sp>
      <p:sp>
        <p:nvSpPr>
          <p:cNvPr id="212" name="文字方塊 211">
            <a:extLst>
              <a:ext uri="{FF2B5EF4-FFF2-40B4-BE49-F238E27FC236}">
                <a16:creationId xmlns:a16="http://schemas.microsoft.com/office/drawing/2014/main" id="{3699FF43-15CB-4682-ADD6-A7916FD0E381}"/>
              </a:ext>
            </a:extLst>
          </p:cNvPr>
          <p:cNvSpPr txBox="1"/>
          <p:nvPr/>
        </p:nvSpPr>
        <p:spPr>
          <a:xfrm>
            <a:off x="4077780" y="6224225"/>
            <a:ext cx="115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2+6</a:t>
            </a:r>
          </a:p>
          <a:p>
            <a:r>
              <a:rPr lang="en-US" altLang="zh-TW" b="1" dirty="0"/>
              <a:t>(2-2-2)</a:t>
            </a:r>
            <a:endParaRPr lang="zh-TW" altLang="en-US" b="1" dirty="0"/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773606D-FC48-476A-9350-09187A830D64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4956505B-8DBA-4273-B722-FDA1EC205005}"/>
              </a:ext>
            </a:extLst>
          </p:cNvPr>
          <p:cNvSpPr/>
          <p:nvPr/>
        </p:nvSpPr>
        <p:spPr>
          <a:xfrm>
            <a:off x="3038294" y="529652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D91EEBF1-376F-4F39-8D02-77D8D382D49A}"/>
              </a:ext>
            </a:extLst>
          </p:cNvPr>
          <p:cNvSpPr/>
          <p:nvPr/>
        </p:nvSpPr>
        <p:spPr>
          <a:xfrm>
            <a:off x="3483379" y="471974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B32F37A-4D4F-408A-A8CB-3ED80B99F22F}"/>
              </a:ext>
            </a:extLst>
          </p:cNvPr>
          <p:cNvSpPr/>
          <p:nvPr/>
        </p:nvSpPr>
        <p:spPr>
          <a:xfrm>
            <a:off x="4041242" y="425419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391D5587-9C1A-496E-8093-E3D09132A27B}"/>
              </a:ext>
            </a:extLst>
          </p:cNvPr>
          <p:cNvSpPr/>
          <p:nvPr/>
        </p:nvSpPr>
        <p:spPr>
          <a:xfrm>
            <a:off x="4623175" y="3961037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9" name="橢圓 158">
            <a:extLst>
              <a:ext uri="{FF2B5EF4-FFF2-40B4-BE49-F238E27FC236}">
                <a16:creationId xmlns:a16="http://schemas.microsoft.com/office/drawing/2014/main" id="{5CE6CBD7-745C-428D-83E9-020B0805B0BB}"/>
              </a:ext>
            </a:extLst>
          </p:cNvPr>
          <p:cNvSpPr/>
          <p:nvPr/>
        </p:nvSpPr>
        <p:spPr>
          <a:xfrm>
            <a:off x="5826952" y="3713713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210C471C-258B-4967-994B-4EBFA1098867}"/>
              </a:ext>
            </a:extLst>
          </p:cNvPr>
          <p:cNvSpPr/>
          <p:nvPr/>
        </p:nvSpPr>
        <p:spPr>
          <a:xfrm>
            <a:off x="6436833" y="377447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04C7D13E-04C7-4BB4-AFC0-C1DE4B0B8B31}"/>
              </a:ext>
            </a:extLst>
          </p:cNvPr>
          <p:cNvSpPr/>
          <p:nvPr/>
        </p:nvSpPr>
        <p:spPr>
          <a:xfrm>
            <a:off x="7052937" y="39757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2AA65261-0714-4DB9-B730-A3013600355C}"/>
              </a:ext>
            </a:extLst>
          </p:cNvPr>
          <p:cNvSpPr/>
          <p:nvPr/>
        </p:nvSpPr>
        <p:spPr>
          <a:xfrm>
            <a:off x="7673016" y="4274306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74B80877-FDB8-4419-8045-2B4834FCEC06}"/>
              </a:ext>
            </a:extLst>
          </p:cNvPr>
          <p:cNvSpPr/>
          <p:nvPr/>
        </p:nvSpPr>
        <p:spPr>
          <a:xfrm>
            <a:off x="8196948" y="4746648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74E0382D-7B5A-4BEF-86FD-DD0E81EA889A}"/>
              </a:ext>
            </a:extLst>
          </p:cNvPr>
          <p:cNvSpPr/>
          <p:nvPr/>
        </p:nvSpPr>
        <p:spPr>
          <a:xfrm>
            <a:off x="8622665" y="5304080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71BE6DF8-A99C-432C-A733-4C1D553C4494}"/>
              </a:ext>
            </a:extLst>
          </p:cNvPr>
          <p:cNvSpPr/>
          <p:nvPr/>
        </p:nvSpPr>
        <p:spPr>
          <a:xfrm>
            <a:off x="8889999" y="589013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07235E97-3575-47E1-B271-DABB887D2EE0}"/>
              </a:ext>
            </a:extLst>
          </p:cNvPr>
          <p:cNvSpPr/>
          <p:nvPr/>
        </p:nvSpPr>
        <p:spPr>
          <a:xfrm>
            <a:off x="5212469" y="3774474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74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720592" y="23159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大合奏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v2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368169" y="2331168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5017092" y="24008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666408" y="247425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4318856" y="2583897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651798" y="2845470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361191" y="305673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21847" y="23172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459850" y="233959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6790526" y="238819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115745" y="2472105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12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16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F6B3911A-16C7-43FC-BF44-C972DC4AD7DB}"/>
              </a:ext>
            </a:extLst>
          </p:cNvPr>
          <p:cNvSpPr/>
          <p:nvPr/>
        </p:nvSpPr>
        <p:spPr>
          <a:xfrm>
            <a:off x="3983633" y="2699875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9B13869D-18F9-4E86-B0F6-563EE2C88FDC}"/>
              </a:ext>
            </a:extLst>
          </p:cNvPr>
          <p:cNvSpPr/>
          <p:nvPr/>
        </p:nvSpPr>
        <p:spPr>
          <a:xfrm>
            <a:off x="3077695" y="3281939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5ECDAF9A-72BE-409D-B5F6-BA760E353B97}"/>
              </a:ext>
            </a:extLst>
          </p:cNvPr>
          <p:cNvSpPr/>
          <p:nvPr/>
        </p:nvSpPr>
        <p:spPr>
          <a:xfrm>
            <a:off x="7440799" y="256046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00E7B473-CB98-49C4-82C7-9D46CBD5E8D0}"/>
              </a:ext>
            </a:extLst>
          </p:cNvPr>
          <p:cNvSpPr/>
          <p:nvPr/>
        </p:nvSpPr>
        <p:spPr>
          <a:xfrm>
            <a:off x="7770573" y="2636143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A80E4CF-B728-4524-B9AC-C17786150B0A}"/>
              </a:ext>
            </a:extLst>
          </p:cNvPr>
          <p:cNvSpPr/>
          <p:nvPr/>
        </p:nvSpPr>
        <p:spPr>
          <a:xfrm>
            <a:off x="8094864" y="27617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EB6963D9-EDB7-45CD-80CA-FD66B2FE98BF}"/>
              </a:ext>
            </a:extLst>
          </p:cNvPr>
          <p:cNvSpPr/>
          <p:nvPr/>
        </p:nvSpPr>
        <p:spPr>
          <a:xfrm>
            <a:off x="8381484" y="29370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3628D85A-5C7E-4FCF-9CD5-6362EB1D6D45}"/>
              </a:ext>
            </a:extLst>
          </p:cNvPr>
          <p:cNvSpPr/>
          <p:nvPr/>
        </p:nvSpPr>
        <p:spPr>
          <a:xfrm>
            <a:off x="8654386" y="31446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53F3E093-3FDF-424B-A38E-FF1436BE9664}"/>
              </a:ext>
            </a:extLst>
          </p:cNvPr>
          <p:cNvSpPr/>
          <p:nvPr/>
        </p:nvSpPr>
        <p:spPr>
          <a:xfrm>
            <a:off x="8923900" y="335968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37D204F8-66C8-4EBC-9C1B-0C4A7C788196}"/>
              </a:ext>
            </a:extLst>
          </p:cNvPr>
          <p:cNvSpPr/>
          <p:nvPr/>
        </p:nvSpPr>
        <p:spPr>
          <a:xfrm>
            <a:off x="9183233" y="3589249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EE9D5EBB-4134-4D4F-855F-3E02FC77C86A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9</a:t>
            </a:r>
            <a:endParaRPr lang="zh-TW" altLang="en-US" b="1" dirty="0"/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50F0791F-E179-4E47-8959-3BFA96235ED0}"/>
              </a:ext>
            </a:extLst>
          </p:cNvPr>
          <p:cNvSpPr txBox="1"/>
          <p:nvPr/>
        </p:nvSpPr>
        <p:spPr>
          <a:xfrm>
            <a:off x="6867210" y="1741817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11</a:t>
            </a:r>
            <a:endParaRPr lang="zh-TW" altLang="en-US" b="1" dirty="0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C4CF0D52-B145-4C73-90BD-E1B32ECA6603}"/>
              </a:ext>
            </a:extLst>
          </p:cNvPr>
          <p:cNvSpPr/>
          <p:nvPr/>
        </p:nvSpPr>
        <p:spPr>
          <a:xfrm>
            <a:off x="5502186" y="3053346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B448BB93-633F-4DC9-A4F1-44C3FAEE644A}"/>
              </a:ext>
            </a:extLst>
          </p:cNvPr>
          <p:cNvSpPr/>
          <p:nvPr/>
        </p:nvSpPr>
        <p:spPr>
          <a:xfrm>
            <a:off x="6178753" y="304384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0807224D-4E12-4589-9E5E-9E6127764B42}"/>
              </a:ext>
            </a:extLst>
          </p:cNvPr>
          <p:cNvSpPr/>
          <p:nvPr/>
        </p:nvSpPr>
        <p:spPr>
          <a:xfrm>
            <a:off x="6809270" y="3186923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0F7DE418-2BD7-4189-83C2-A89330C5D977}"/>
              </a:ext>
            </a:extLst>
          </p:cNvPr>
          <p:cNvSpPr/>
          <p:nvPr/>
        </p:nvSpPr>
        <p:spPr>
          <a:xfrm>
            <a:off x="7427717" y="340790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94241258-C22B-420B-BFD8-C33DC502141E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D685DDE1-0B4F-4C7B-95C6-AB25D98BFD8D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4ABABA1E-940B-4E0C-94B4-C8DA1FBCFA4B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077AFC44-93B4-4E8F-AEF0-7E7107A49A8E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8A563582-509A-46DA-97B0-BEBB72F70AE6}"/>
              </a:ext>
            </a:extLst>
          </p:cNvPr>
          <p:cNvCxnSpPr>
            <a:cxnSpLocks/>
            <a:endCxn id="182" idx="2"/>
          </p:cNvCxnSpPr>
          <p:nvPr/>
        </p:nvCxnSpPr>
        <p:spPr>
          <a:xfrm flipV="1">
            <a:off x="8542640" y="3753287"/>
            <a:ext cx="640593" cy="172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B004A0D3-F661-462D-AAC5-B874BB48E337}"/>
              </a:ext>
            </a:extLst>
          </p:cNvPr>
          <p:cNvGrpSpPr/>
          <p:nvPr/>
        </p:nvGrpSpPr>
        <p:grpSpPr>
          <a:xfrm>
            <a:off x="2735126" y="3774474"/>
            <a:ext cx="6703369" cy="2734556"/>
            <a:chOff x="2735126" y="3774474"/>
            <a:chExt cx="6703369" cy="2734556"/>
          </a:xfrm>
        </p:grpSpPr>
        <p:sp>
          <p:nvSpPr>
            <p:cNvPr id="165" name="橢圓 164">
              <a:extLst>
                <a:ext uri="{FF2B5EF4-FFF2-40B4-BE49-F238E27FC236}">
                  <a16:creationId xmlns:a16="http://schemas.microsoft.com/office/drawing/2014/main" id="{FE68E470-2384-4C38-B9C1-0401DE1D413C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A3FCA8F6-C06F-4EB0-B737-B91C87E2F093}"/>
                </a:ext>
              </a:extLst>
            </p:cNvPr>
            <p:cNvSpPr/>
            <p:nvPr/>
          </p:nvSpPr>
          <p:spPr>
            <a:xfrm>
              <a:off x="3038294" y="5296522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9C5139D6-DC32-4D0B-8EA3-E7FDED5959A7}"/>
                </a:ext>
              </a:extLst>
            </p:cNvPr>
            <p:cNvSpPr/>
            <p:nvPr/>
          </p:nvSpPr>
          <p:spPr>
            <a:xfrm>
              <a:off x="3483379" y="4719745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BDC0EBE1-75DF-4043-85C3-B4E35B5E2854}"/>
                </a:ext>
              </a:extLst>
            </p:cNvPr>
            <p:cNvSpPr/>
            <p:nvPr/>
          </p:nvSpPr>
          <p:spPr>
            <a:xfrm>
              <a:off x="4041242" y="4254196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DB540383-0417-4AFB-965E-402A6FF3E5EA}"/>
                </a:ext>
              </a:extLst>
            </p:cNvPr>
            <p:cNvSpPr/>
            <p:nvPr/>
          </p:nvSpPr>
          <p:spPr>
            <a:xfrm>
              <a:off x="4623175" y="3961037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3" name="橢圓 192">
              <a:extLst>
                <a:ext uri="{FF2B5EF4-FFF2-40B4-BE49-F238E27FC236}">
                  <a16:creationId xmlns:a16="http://schemas.microsoft.com/office/drawing/2014/main" id="{F8491B77-24D5-4B82-9378-1A628BE344C8}"/>
                </a:ext>
              </a:extLst>
            </p:cNvPr>
            <p:cNvSpPr/>
            <p:nvPr/>
          </p:nvSpPr>
          <p:spPr>
            <a:xfrm>
              <a:off x="6436833" y="3774474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46DF187B-F10B-4468-9465-C643BB02CBE7}"/>
                </a:ext>
              </a:extLst>
            </p:cNvPr>
            <p:cNvSpPr/>
            <p:nvPr/>
          </p:nvSpPr>
          <p:spPr>
            <a:xfrm>
              <a:off x="7052937" y="3975720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橢圓 194">
              <a:extLst>
                <a:ext uri="{FF2B5EF4-FFF2-40B4-BE49-F238E27FC236}">
                  <a16:creationId xmlns:a16="http://schemas.microsoft.com/office/drawing/2014/main" id="{43D24BF7-F836-456E-AAD5-98DE9D3E8D19}"/>
                </a:ext>
              </a:extLst>
            </p:cNvPr>
            <p:cNvSpPr/>
            <p:nvPr/>
          </p:nvSpPr>
          <p:spPr>
            <a:xfrm>
              <a:off x="7673016" y="4274306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6" name="橢圓 195">
              <a:extLst>
                <a:ext uri="{FF2B5EF4-FFF2-40B4-BE49-F238E27FC236}">
                  <a16:creationId xmlns:a16="http://schemas.microsoft.com/office/drawing/2014/main" id="{DBEE4885-82B0-49FB-987E-67FE0FE307DA}"/>
                </a:ext>
              </a:extLst>
            </p:cNvPr>
            <p:cNvSpPr/>
            <p:nvPr/>
          </p:nvSpPr>
          <p:spPr>
            <a:xfrm>
              <a:off x="8196948" y="4746648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7" name="橢圓 196">
              <a:extLst>
                <a:ext uri="{FF2B5EF4-FFF2-40B4-BE49-F238E27FC236}">
                  <a16:creationId xmlns:a16="http://schemas.microsoft.com/office/drawing/2014/main" id="{C9541CE1-FA67-4C38-88E1-275EEA410408}"/>
                </a:ext>
              </a:extLst>
            </p:cNvPr>
            <p:cNvSpPr/>
            <p:nvPr/>
          </p:nvSpPr>
          <p:spPr>
            <a:xfrm>
              <a:off x="8622665" y="5304080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8" name="橢圓 197">
              <a:extLst>
                <a:ext uri="{FF2B5EF4-FFF2-40B4-BE49-F238E27FC236}">
                  <a16:creationId xmlns:a16="http://schemas.microsoft.com/office/drawing/2014/main" id="{AA52E92C-A62B-4986-903F-0FA228D0E04D}"/>
                </a:ext>
              </a:extLst>
            </p:cNvPr>
            <p:cNvSpPr/>
            <p:nvPr/>
          </p:nvSpPr>
          <p:spPr>
            <a:xfrm>
              <a:off x="8889999" y="5890133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5FC6F0EC-473A-4764-A52D-6F121B42734F}"/>
                </a:ext>
              </a:extLst>
            </p:cNvPr>
            <p:cNvSpPr/>
            <p:nvPr/>
          </p:nvSpPr>
          <p:spPr>
            <a:xfrm>
              <a:off x="5212469" y="3774474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0" name="橢圓 199">
            <a:extLst>
              <a:ext uri="{FF2B5EF4-FFF2-40B4-BE49-F238E27FC236}">
                <a16:creationId xmlns:a16="http://schemas.microsoft.com/office/drawing/2014/main" id="{8F962713-5A6A-4C2E-A0EB-06D1C3FAE2AA}"/>
              </a:ext>
            </a:extLst>
          </p:cNvPr>
          <p:cNvSpPr/>
          <p:nvPr/>
        </p:nvSpPr>
        <p:spPr>
          <a:xfrm>
            <a:off x="10453118" y="6255296"/>
            <a:ext cx="548496" cy="5484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E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Bs.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3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2250DEF-0DBF-49F2-89F8-8609734F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348" y="37038"/>
            <a:ext cx="12199961" cy="6113417"/>
          </a:xfrm>
          <a:prstGeom prst="rect">
            <a:avLst/>
          </a:prstGeom>
          <a:solidFill>
            <a:srgbClr val="000000">
              <a:alpha val="21961"/>
            </a:srgbClr>
          </a:solidFill>
        </p:spPr>
      </p:pic>
      <p:sp>
        <p:nvSpPr>
          <p:cNvPr id="303" name="手繪多邊形: 圖案 302">
            <a:extLst>
              <a:ext uri="{FF2B5EF4-FFF2-40B4-BE49-F238E27FC236}">
                <a16:creationId xmlns:a16="http://schemas.microsoft.com/office/drawing/2014/main" id="{28C0E500-22FA-45E3-8452-16CF030959BA}"/>
              </a:ext>
            </a:extLst>
          </p:cNvPr>
          <p:cNvSpPr/>
          <p:nvPr/>
        </p:nvSpPr>
        <p:spPr>
          <a:xfrm>
            <a:off x="3876341" y="319497"/>
            <a:ext cx="4588153" cy="1734951"/>
          </a:xfrm>
          <a:custGeom>
            <a:avLst/>
            <a:gdLst>
              <a:gd name="connsiteX0" fmla="*/ 2252252 w 4588153"/>
              <a:gd name="connsiteY0" fmla="*/ 0 h 1734951"/>
              <a:gd name="connsiteX1" fmla="*/ 4588153 w 4588153"/>
              <a:gd name="connsiteY1" fmla="*/ 794855 h 1734951"/>
              <a:gd name="connsiteX2" fmla="*/ 4068686 w 4588153"/>
              <a:gd name="connsiteY2" fmla="*/ 1732232 h 1734951"/>
              <a:gd name="connsiteX3" fmla="*/ 3974630 w 4588153"/>
              <a:gd name="connsiteY3" fmla="*/ 1677776 h 1734951"/>
              <a:gd name="connsiteX4" fmla="*/ 2283927 w 4588153"/>
              <a:gd name="connsiteY4" fmla="*/ 1260594 h 1734951"/>
              <a:gd name="connsiteX5" fmla="*/ 593224 w 4588153"/>
              <a:gd name="connsiteY5" fmla="*/ 1677776 h 1734951"/>
              <a:gd name="connsiteX6" fmla="*/ 494472 w 4588153"/>
              <a:gd name="connsiteY6" fmla="*/ 1734951 h 1734951"/>
              <a:gd name="connsiteX7" fmla="*/ 0 w 4588153"/>
              <a:gd name="connsiteY7" fmla="*/ 842679 h 1734951"/>
              <a:gd name="connsiteX8" fmla="*/ 2252252 w 4588153"/>
              <a:gd name="connsiteY8" fmla="*/ 0 h 173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153" h="1734951">
                <a:moveTo>
                  <a:pt x="2252252" y="0"/>
                </a:moveTo>
                <a:lnTo>
                  <a:pt x="4588153" y="794855"/>
                </a:lnTo>
                <a:lnTo>
                  <a:pt x="4068686" y="1732232"/>
                </a:lnTo>
                <a:lnTo>
                  <a:pt x="3974630" y="1677776"/>
                </a:lnTo>
                <a:cubicBezTo>
                  <a:pt x="3469760" y="1411393"/>
                  <a:pt x="2894454" y="1260594"/>
                  <a:pt x="2283927" y="1260594"/>
                </a:cubicBezTo>
                <a:cubicBezTo>
                  <a:pt x="1673400" y="1260594"/>
                  <a:pt x="1098094" y="1411393"/>
                  <a:pt x="593224" y="1677776"/>
                </a:cubicBezTo>
                <a:lnTo>
                  <a:pt x="494472" y="1734951"/>
                </a:lnTo>
                <a:lnTo>
                  <a:pt x="0" y="842679"/>
                </a:lnTo>
                <a:lnTo>
                  <a:pt x="2252252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4" name="手繪多邊形: 圖案 303">
            <a:extLst>
              <a:ext uri="{FF2B5EF4-FFF2-40B4-BE49-F238E27FC236}">
                <a16:creationId xmlns:a16="http://schemas.microsoft.com/office/drawing/2014/main" id="{ACD3B543-B1C8-4FA9-B783-6E8E3615D2EB}"/>
              </a:ext>
            </a:extLst>
          </p:cNvPr>
          <p:cNvSpPr/>
          <p:nvPr/>
        </p:nvSpPr>
        <p:spPr>
          <a:xfrm>
            <a:off x="7945027" y="1114352"/>
            <a:ext cx="1899160" cy="3098275"/>
          </a:xfrm>
          <a:custGeom>
            <a:avLst/>
            <a:gdLst>
              <a:gd name="connsiteX0" fmla="*/ 519467 w 1899160"/>
              <a:gd name="connsiteY0" fmla="*/ 0 h 3098275"/>
              <a:gd name="connsiteX1" fmla="*/ 926766 w 1899160"/>
              <a:gd name="connsiteY1" fmla="*/ 138595 h 3098275"/>
              <a:gd name="connsiteX2" fmla="*/ 1899160 w 1899160"/>
              <a:gd name="connsiteY2" fmla="*/ 3010017 h 3098275"/>
              <a:gd name="connsiteX3" fmla="*/ 1703940 w 1899160"/>
              <a:gd name="connsiteY3" fmla="*/ 3098275 h 3098275"/>
              <a:gd name="connsiteX4" fmla="*/ 1680293 w 1899160"/>
              <a:gd name="connsiteY4" fmla="*/ 3015000 h 3098275"/>
              <a:gd name="connsiteX5" fmla="*/ 152346 w 1899160"/>
              <a:gd name="connsiteY5" fmla="*/ 1025581 h 3098275"/>
              <a:gd name="connsiteX6" fmla="*/ 0 w 1899160"/>
              <a:gd name="connsiteY6" fmla="*/ 937377 h 3098275"/>
              <a:gd name="connsiteX7" fmla="*/ 519467 w 1899160"/>
              <a:gd name="connsiteY7" fmla="*/ 0 h 309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99160" h="3098275">
                <a:moveTo>
                  <a:pt x="519467" y="0"/>
                </a:moveTo>
                <a:lnTo>
                  <a:pt x="926766" y="138595"/>
                </a:lnTo>
                <a:lnTo>
                  <a:pt x="1899160" y="3010017"/>
                </a:lnTo>
                <a:lnTo>
                  <a:pt x="1703940" y="3098275"/>
                </a:lnTo>
                <a:lnTo>
                  <a:pt x="1680293" y="3015000"/>
                </a:lnTo>
                <a:cubicBezTo>
                  <a:pt x="1421899" y="2184237"/>
                  <a:pt x="872966" y="1481480"/>
                  <a:pt x="152346" y="1025581"/>
                </a:cubicBezTo>
                <a:lnTo>
                  <a:pt x="0" y="937377"/>
                </a:lnTo>
                <a:lnTo>
                  <a:pt x="51946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5" name="手繪多邊形: 圖案 304">
            <a:extLst>
              <a:ext uri="{FF2B5EF4-FFF2-40B4-BE49-F238E27FC236}">
                <a16:creationId xmlns:a16="http://schemas.microsoft.com/office/drawing/2014/main" id="{2010C796-86C3-4C57-9A2A-83362EC1F67A}"/>
              </a:ext>
            </a:extLst>
          </p:cNvPr>
          <p:cNvSpPr/>
          <p:nvPr/>
        </p:nvSpPr>
        <p:spPr>
          <a:xfrm>
            <a:off x="2430606" y="1162176"/>
            <a:ext cx="1940207" cy="3072292"/>
          </a:xfrm>
          <a:custGeom>
            <a:avLst/>
            <a:gdLst>
              <a:gd name="connsiteX0" fmla="*/ 1445735 w 1940207"/>
              <a:gd name="connsiteY0" fmla="*/ 0 h 3072292"/>
              <a:gd name="connsiteX1" fmla="*/ 1940207 w 1940207"/>
              <a:gd name="connsiteY1" fmla="*/ 892272 h 3072292"/>
              <a:gd name="connsiteX2" fmla="*/ 1792557 w 1940207"/>
              <a:gd name="connsiteY2" fmla="*/ 977757 h 3072292"/>
              <a:gd name="connsiteX3" fmla="*/ 264610 w 1940207"/>
              <a:gd name="connsiteY3" fmla="*/ 2967176 h 3072292"/>
              <a:gd name="connsiteX4" fmla="*/ 234761 w 1940207"/>
              <a:gd name="connsiteY4" fmla="*/ 3072292 h 3072292"/>
              <a:gd name="connsiteX5" fmla="*/ 0 w 1940207"/>
              <a:gd name="connsiteY5" fmla="*/ 2966158 h 3072292"/>
              <a:gd name="connsiteX6" fmla="*/ 897637 w 1940207"/>
              <a:gd name="connsiteY6" fmla="*/ 205071 h 3072292"/>
              <a:gd name="connsiteX7" fmla="*/ 1445735 w 1940207"/>
              <a:gd name="connsiteY7" fmla="*/ 0 h 3072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0207" h="3072292">
                <a:moveTo>
                  <a:pt x="1445735" y="0"/>
                </a:moveTo>
                <a:lnTo>
                  <a:pt x="1940207" y="892272"/>
                </a:lnTo>
                <a:lnTo>
                  <a:pt x="1792557" y="977757"/>
                </a:lnTo>
                <a:cubicBezTo>
                  <a:pt x="1071937" y="1433656"/>
                  <a:pt x="523005" y="2136413"/>
                  <a:pt x="264610" y="2967176"/>
                </a:cubicBezTo>
                <a:lnTo>
                  <a:pt x="234761" y="3072292"/>
                </a:lnTo>
                <a:lnTo>
                  <a:pt x="0" y="2966158"/>
                </a:lnTo>
                <a:lnTo>
                  <a:pt x="897637" y="205071"/>
                </a:lnTo>
                <a:lnTo>
                  <a:pt x="1445735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6" name="手繪多邊形: 圖案 305">
            <a:extLst>
              <a:ext uri="{FF2B5EF4-FFF2-40B4-BE49-F238E27FC236}">
                <a16:creationId xmlns:a16="http://schemas.microsoft.com/office/drawing/2014/main" id="{A1D7150C-0256-4A55-9767-CD6050695425}"/>
              </a:ext>
            </a:extLst>
          </p:cNvPr>
          <p:cNvSpPr/>
          <p:nvPr/>
        </p:nvSpPr>
        <p:spPr>
          <a:xfrm>
            <a:off x="4370813" y="1580091"/>
            <a:ext cx="3574214" cy="1079553"/>
          </a:xfrm>
          <a:custGeom>
            <a:avLst/>
            <a:gdLst>
              <a:gd name="connsiteX0" fmla="*/ 1789455 w 3574214"/>
              <a:gd name="connsiteY0" fmla="*/ 0 h 1079553"/>
              <a:gd name="connsiteX1" fmla="*/ 1789553 w 3574214"/>
              <a:gd name="connsiteY1" fmla="*/ 3 h 1079553"/>
              <a:gd name="connsiteX2" fmla="*/ 2061712 w 3574214"/>
              <a:gd name="connsiteY2" fmla="*/ 11175 h 1079553"/>
              <a:gd name="connsiteX3" fmla="*/ 2141364 w 3574214"/>
              <a:gd name="connsiteY3" fmla="*/ 18561 h 1079553"/>
              <a:gd name="connsiteX4" fmla="*/ 2338142 w 3574214"/>
              <a:gd name="connsiteY4" fmla="*/ 42921 h 1079553"/>
              <a:gd name="connsiteX5" fmla="*/ 2415998 w 3574214"/>
              <a:gd name="connsiteY5" fmla="*/ 54999 h 1079553"/>
              <a:gd name="connsiteX6" fmla="*/ 2674335 w 3574214"/>
              <a:gd name="connsiteY6" fmla="*/ 108677 h 1079553"/>
              <a:gd name="connsiteX7" fmla="*/ 2674428 w 3574214"/>
              <a:gd name="connsiteY7" fmla="*/ 108697 h 1079553"/>
              <a:gd name="connsiteX8" fmla="*/ 2674520 w 3574214"/>
              <a:gd name="connsiteY8" fmla="*/ 108723 h 1079553"/>
              <a:gd name="connsiteX9" fmla="*/ 2925437 w 3574214"/>
              <a:gd name="connsiteY9" fmla="*/ 182493 h 1079553"/>
              <a:gd name="connsiteX10" fmla="*/ 2998290 w 3574214"/>
              <a:gd name="connsiteY10" fmla="*/ 207960 h 1079553"/>
              <a:gd name="connsiteX11" fmla="*/ 3177470 w 3574214"/>
              <a:gd name="connsiteY11" fmla="*/ 276696 h 1079553"/>
              <a:gd name="connsiteX12" fmla="*/ 3248014 w 3574214"/>
              <a:gd name="connsiteY12" fmla="*/ 306212 h 1079553"/>
              <a:gd name="connsiteX13" fmla="*/ 3480077 w 3574214"/>
              <a:gd name="connsiteY13" fmla="*/ 417142 h 1079553"/>
              <a:gd name="connsiteX14" fmla="*/ 3480158 w 3574214"/>
              <a:gd name="connsiteY14" fmla="*/ 417182 h 1079553"/>
              <a:gd name="connsiteX15" fmla="*/ 3574214 w 3574214"/>
              <a:gd name="connsiteY15" fmla="*/ 471638 h 1079553"/>
              <a:gd name="connsiteX16" fmla="*/ 3237324 w 3574214"/>
              <a:gd name="connsiteY16" fmla="*/ 1079553 h 1079553"/>
              <a:gd name="connsiteX17" fmla="*/ 3141604 w 3574214"/>
              <a:gd name="connsiteY17" fmla="*/ 1024134 h 1079553"/>
              <a:gd name="connsiteX18" fmla="*/ 1771020 w 3574214"/>
              <a:gd name="connsiteY18" fmla="*/ 685941 h 1079553"/>
              <a:gd name="connsiteX19" fmla="*/ 400436 w 3574214"/>
              <a:gd name="connsiteY19" fmla="*/ 1024134 h 1079553"/>
              <a:gd name="connsiteX20" fmla="*/ 327934 w 3574214"/>
              <a:gd name="connsiteY20" fmla="*/ 1066111 h 1079553"/>
              <a:gd name="connsiteX21" fmla="*/ 0 w 3574214"/>
              <a:gd name="connsiteY21" fmla="*/ 474357 h 1079553"/>
              <a:gd name="connsiteX22" fmla="*/ 98752 w 3574214"/>
              <a:gd name="connsiteY22" fmla="*/ 417182 h 1079553"/>
              <a:gd name="connsiteX23" fmla="*/ 98834 w 3574214"/>
              <a:gd name="connsiteY23" fmla="*/ 417142 h 1079553"/>
              <a:gd name="connsiteX24" fmla="*/ 330897 w 3574214"/>
              <a:gd name="connsiteY24" fmla="*/ 306212 h 1079553"/>
              <a:gd name="connsiteX25" fmla="*/ 401441 w 3574214"/>
              <a:gd name="connsiteY25" fmla="*/ 276696 h 1079553"/>
              <a:gd name="connsiteX26" fmla="*/ 580620 w 3574214"/>
              <a:gd name="connsiteY26" fmla="*/ 207960 h 1079553"/>
              <a:gd name="connsiteX27" fmla="*/ 653474 w 3574214"/>
              <a:gd name="connsiteY27" fmla="*/ 182493 h 1079553"/>
              <a:gd name="connsiteX28" fmla="*/ 904390 w 3574214"/>
              <a:gd name="connsiteY28" fmla="*/ 108723 h 1079553"/>
              <a:gd name="connsiteX29" fmla="*/ 904482 w 3574214"/>
              <a:gd name="connsiteY29" fmla="*/ 108697 h 1079553"/>
              <a:gd name="connsiteX30" fmla="*/ 904576 w 3574214"/>
              <a:gd name="connsiteY30" fmla="*/ 108677 h 1079553"/>
              <a:gd name="connsiteX31" fmla="*/ 1162913 w 3574214"/>
              <a:gd name="connsiteY31" fmla="*/ 54999 h 1079553"/>
              <a:gd name="connsiteX32" fmla="*/ 1240768 w 3574214"/>
              <a:gd name="connsiteY32" fmla="*/ 42921 h 1079553"/>
              <a:gd name="connsiteX33" fmla="*/ 1437547 w 3574214"/>
              <a:gd name="connsiteY33" fmla="*/ 18561 h 1079553"/>
              <a:gd name="connsiteX34" fmla="*/ 1517198 w 3574214"/>
              <a:gd name="connsiteY34" fmla="*/ 11175 h 1079553"/>
              <a:gd name="connsiteX35" fmla="*/ 1789358 w 3574214"/>
              <a:gd name="connsiteY35" fmla="*/ 3 h 1079553"/>
              <a:gd name="connsiteX36" fmla="*/ 1789455 w 3574214"/>
              <a:gd name="connsiteY36" fmla="*/ 0 h 107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574214" h="1079553">
                <a:moveTo>
                  <a:pt x="1789455" y="0"/>
                </a:moveTo>
                <a:lnTo>
                  <a:pt x="1789553" y="3"/>
                </a:lnTo>
                <a:lnTo>
                  <a:pt x="2061712" y="11175"/>
                </a:lnTo>
                <a:lnTo>
                  <a:pt x="2141364" y="18561"/>
                </a:lnTo>
                <a:lnTo>
                  <a:pt x="2338142" y="42921"/>
                </a:lnTo>
                <a:lnTo>
                  <a:pt x="2415998" y="54999"/>
                </a:lnTo>
                <a:lnTo>
                  <a:pt x="2674335" y="108677"/>
                </a:lnTo>
                <a:lnTo>
                  <a:pt x="2674428" y="108697"/>
                </a:lnTo>
                <a:lnTo>
                  <a:pt x="2674520" y="108723"/>
                </a:lnTo>
                <a:lnTo>
                  <a:pt x="2925437" y="182493"/>
                </a:lnTo>
                <a:lnTo>
                  <a:pt x="2998290" y="207960"/>
                </a:lnTo>
                <a:lnTo>
                  <a:pt x="3177470" y="276696"/>
                </a:lnTo>
                <a:lnTo>
                  <a:pt x="3248014" y="306212"/>
                </a:lnTo>
                <a:lnTo>
                  <a:pt x="3480077" y="417142"/>
                </a:lnTo>
                <a:lnTo>
                  <a:pt x="3480158" y="417182"/>
                </a:lnTo>
                <a:lnTo>
                  <a:pt x="3574214" y="471638"/>
                </a:lnTo>
                <a:lnTo>
                  <a:pt x="3237324" y="1079553"/>
                </a:lnTo>
                <a:lnTo>
                  <a:pt x="3141604" y="1024134"/>
                </a:lnTo>
                <a:cubicBezTo>
                  <a:pt x="2732327" y="808188"/>
                  <a:pt x="2265950" y="685941"/>
                  <a:pt x="1771020" y="685941"/>
                </a:cubicBezTo>
                <a:cubicBezTo>
                  <a:pt x="1276091" y="685941"/>
                  <a:pt x="809713" y="808188"/>
                  <a:pt x="400436" y="1024134"/>
                </a:cubicBezTo>
                <a:lnTo>
                  <a:pt x="327934" y="1066111"/>
                </a:lnTo>
                <a:lnTo>
                  <a:pt x="0" y="474357"/>
                </a:lnTo>
                <a:lnTo>
                  <a:pt x="98752" y="417182"/>
                </a:lnTo>
                <a:lnTo>
                  <a:pt x="98834" y="417142"/>
                </a:lnTo>
                <a:lnTo>
                  <a:pt x="330897" y="306212"/>
                </a:lnTo>
                <a:lnTo>
                  <a:pt x="401441" y="276696"/>
                </a:lnTo>
                <a:lnTo>
                  <a:pt x="580620" y="207960"/>
                </a:lnTo>
                <a:lnTo>
                  <a:pt x="653474" y="182493"/>
                </a:lnTo>
                <a:lnTo>
                  <a:pt x="904390" y="108723"/>
                </a:lnTo>
                <a:lnTo>
                  <a:pt x="904482" y="108697"/>
                </a:lnTo>
                <a:lnTo>
                  <a:pt x="904576" y="108677"/>
                </a:lnTo>
                <a:lnTo>
                  <a:pt x="1162913" y="54999"/>
                </a:lnTo>
                <a:lnTo>
                  <a:pt x="1240768" y="42921"/>
                </a:lnTo>
                <a:lnTo>
                  <a:pt x="1437547" y="18561"/>
                </a:lnTo>
                <a:lnTo>
                  <a:pt x="1517198" y="11175"/>
                </a:lnTo>
                <a:lnTo>
                  <a:pt x="1789358" y="3"/>
                </a:lnTo>
                <a:lnTo>
                  <a:pt x="1789455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7" name="手繪多邊形: 圖案 306">
            <a:extLst>
              <a:ext uri="{FF2B5EF4-FFF2-40B4-BE49-F238E27FC236}">
                <a16:creationId xmlns:a16="http://schemas.microsoft.com/office/drawing/2014/main" id="{50524AC6-5CE7-4A67-A22D-34D6EAE63FA6}"/>
              </a:ext>
            </a:extLst>
          </p:cNvPr>
          <p:cNvSpPr/>
          <p:nvPr/>
        </p:nvSpPr>
        <p:spPr>
          <a:xfrm>
            <a:off x="5888011" y="1580094"/>
            <a:ext cx="272160" cy="11172"/>
          </a:xfrm>
          <a:custGeom>
            <a:avLst/>
            <a:gdLst>
              <a:gd name="connsiteX0" fmla="*/ 272160 w 272160"/>
              <a:gd name="connsiteY0" fmla="*/ 0 h 11172"/>
              <a:gd name="connsiteX1" fmla="*/ 0 w 272160"/>
              <a:gd name="connsiteY1" fmla="*/ 11172 h 11172"/>
              <a:gd name="connsiteX2" fmla="*/ 45029 w 272160"/>
              <a:gd name="connsiteY2" fmla="*/ 6997 h 11172"/>
              <a:gd name="connsiteX3" fmla="*/ 272160 w 272160"/>
              <a:gd name="connsiteY3" fmla="*/ 0 h 1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160" h="11172">
                <a:moveTo>
                  <a:pt x="272160" y="0"/>
                </a:moveTo>
                <a:lnTo>
                  <a:pt x="0" y="11172"/>
                </a:lnTo>
                <a:lnTo>
                  <a:pt x="45029" y="6997"/>
                </a:lnTo>
                <a:lnTo>
                  <a:pt x="27216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" name="手繪多邊形: 圖案 307">
            <a:extLst>
              <a:ext uri="{FF2B5EF4-FFF2-40B4-BE49-F238E27FC236}">
                <a16:creationId xmlns:a16="http://schemas.microsoft.com/office/drawing/2014/main" id="{34C53AF2-5201-4989-B8C2-A8D5DE66A507}"/>
              </a:ext>
            </a:extLst>
          </p:cNvPr>
          <p:cNvSpPr/>
          <p:nvPr/>
        </p:nvSpPr>
        <p:spPr>
          <a:xfrm>
            <a:off x="6160367" y="1580094"/>
            <a:ext cx="272159" cy="11172"/>
          </a:xfrm>
          <a:custGeom>
            <a:avLst/>
            <a:gdLst>
              <a:gd name="connsiteX0" fmla="*/ 0 w 272159"/>
              <a:gd name="connsiteY0" fmla="*/ 0 h 11172"/>
              <a:gd name="connsiteX1" fmla="*/ 227130 w 272159"/>
              <a:gd name="connsiteY1" fmla="*/ 6997 h 11172"/>
              <a:gd name="connsiteX2" fmla="*/ 272159 w 272159"/>
              <a:gd name="connsiteY2" fmla="*/ 11172 h 11172"/>
              <a:gd name="connsiteX3" fmla="*/ 0 w 272159"/>
              <a:gd name="connsiteY3" fmla="*/ 0 h 1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159" h="11172">
                <a:moveTo>
                  <a:pt x="0" y="0"/>
                </a:moveTo>
                <a:lnTo>
                  <a:pt x="227130" y="6997"/>
                </a:lnTo>
                <a:lnTo>
                  <a:pt x="272159" y="111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9" name="手繪多邊形: 圖案 308">
            <a:extLst>
              <a:ext uri="{FF2B5EF4-FFF2-40B4-BE49-F238E27FC236}">
                <a16:creationId xmlns:a16="http://schemas.microsoft.com/office/drawing/2014/main" id="{6346E5F3-4C66-4452-AF3C-6186F390E20C}"/>
              </a:ext>
            </a:extLst>
          </p:cNvPr>
          <p:cNvSpPr/>
          <p:nvPr/>
        </p:nvSpPr>
        <p:spPr>
          <a:xfrm>
            <a:off x="5808361" y="1591266"/>
            <a:ext cx="79651" cy="7386"/>
          </a:xfrm>
          <a:custGeom>
            <a:avLst/>
            <a:gdLst>
              <a:gd name="connsiteX0" fmla="*/ 79651 w 79651"/>
              <a:gd name="connsiteY0" fmla="*/ 0 h 7386"/>
              <a:gd name="connsiteX1" fmla="*/ 0 w 79651"/>
              <a:gd name="connsiteY1" fmla="*/ 7386 h 7386"/>
              <a:gd name="connsiteX2" fmla="*/ 49743 w 79651"/>
              <a:gd name="connsiteY2" fmla="*/ 1228 h 7386"/>
              <a:gd name="connsiteX3" fmla="*/ 79651 w 79651"/>
              <a:gd name="connsiteY3" fmla="*/ 0 h 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51" h="7386">
                <a:moveTo>
                  <a:pt x="79651" y="0"/>
                </a:moveTo>
                <a:lnTo>
                  <a:pt x="0" y="7386"/>
                </a:lnTo>
                <a:lnTo>
                  <a:pt x="49743" y="1228"/>
                </a:lnTo>
                <a:lnTo>
                  <a:pt x="79651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0" name="手繪多邊形: 圖案 309">
            <a:extLst>
              <a:ext uri="{FF2B5EF4-FFF2-40B4-BE49-F238E27FC236}">
                <a16:creationId xmlns:a16="http://schemas.microsoft.com/office/drawing/2014/main" id="{FE357F13-6EF5-4C43-9A96-9F9036B6B6DA}"/>
              </a:ext>
            </a:extLst>
          </p:cNvPr>
          <p:cNvSpPr/>
          <p:nvPr/>
        </p:nvSpPr>
        <p:spPr>
          <a:xfrm>
            <a:off x="6432525" y="1591266"/>
            <a:ext cx="79652" cy="7386"/>
          </a:xfrm>
          <a:custGeom>
            <a:avLst/>
            <a:gdLst>
              <a:gd name="connsiteX0" fmla="*/ 0 w 79652"/>
              <a:gd name="connsiteY0" fmla="*/ 0 h 7386"/>
              <a:gd name="connsiteX1" fmla="*/ 29908 w 79652"/>
              <a:gd name="connsiteY1" fmla="*/ 1228 h 7386"/>
              <a:gd name="connsiteX2" fmla="*/ 79652 w 79652"/>
              <a:gd name="connsiteY2" fmla="*/ 7386 h 7386"/>
              <a:gd name="connsiteX3" fmla="*/ 0 w 79652"/>
              <a:gd name="connsiteY3" fmla="*/ 0 h 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52" h="7386">
                <a:moveTo>
                  <a:pt x="0" y="0"/>
                </a:moveTo>
                <a:lnTo>
                  <a:pt x="29908" y="1228"/>
                </a:lnTo>
                <a:lnTo>
                  <a:pt x="79652" y="73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1" name="手繪多邊形: 圖案 310">
            <a:extLst>
              <a:ext uri="{FF2B5EF4-FFF2-40B4-BE49-F238E27FC236}">
                <a16:creationId xmlns:a16="http://schemas.microsoft.com/office/drawing/2014/main" id="{5073997A-97BC-4F6A-9A8B-5F80A2C27629}"/>
              </a:ext>
            </a:extLst>
          </p:cNvPr>
          <p:cNvSpPr/>
          <p:nvPr/>
        </p:nvSpPr>
        <p:spPr>
          <a:xfrm>
            <a:off x="5611582" y="1598652"/>
            <a:ext cx="196779" cy="24360"/>
          </a:xfrm>
          <a:custGeom>
            <a:avLst/>
            <a:gdLst>
              <a:gd name="connsiteX0" fmla="*/ 196779 w 196779"/>
              <a:gd name="connsiteY0" fmla="*/ 0 h 24360"/>
              <a:gd name="connsiteX1" fmla="*/ 0 w 196779"/>
              <a:gd name="connsiteY1" fmla="*/ 24360 h 24360"/>
              <a:gd name="connsiteX2" fmla="*/ 97946 w 196779"/>
              <a:gd name="connsiteY2" fmla="*/ 9164 h 24360"/>
              <a:gd name="connsiteX3" fmla="*/ 196779 w 196779"/>
              <a:gd name="connsiteY3" fmla="*/ 0 h 2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79" h="24360">
                <a:moveTo>
                  <a:pt x="196779" y="0"/>
                </a:moveTo>
                <a:lnTo>
                  <a:pt x="0" y="24360"/>
                </a:lnTo>
                <a:lnTo>
                  <a:pt x="97946" y="9164"/>
                </a:lnTo>
                <a:lnTo>
                  <a:pt x="196779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2" name="手繪多邊形: 圖案 311">
            <a:extLst>
              <a:ext uri="{FF2B5EF4-FFF2-40B4-BE49-F238E27FC236}">
                <a16:creationId xmlns:a16="http://schemas.microsoft.com/office/drawing/2014/main" id="{4666CBDE-64E3-478F-A7CC-FFBDB67880A8}"/>
              </a:ext>
            </a:extLst>
          </p:cNvPr>
          <p:cNvSpPr/>
          <p:nvPr/>
        </p:nvSpPr>
        <p:spPr>
          <a:xfrm>
            <a:off x="6512177" y="1598652"/>
            <a:ext cx="196778" cy="24360"/>
          </a:xfrm>
          <a:custGeom>
            <a:avLst/>
            <a:gdLst>
              <a:gd name="connsiteX0" fmla="*/ 0 w 196778"/>
              <a:gd name="connsiteY0" fmla="*/ 0 h 24360"/>
              <a:gd name="connsiteX1" fmla="*/ 98832 w 196778"/>
              <a:gd name="connsiteY1" fmla="*/ 9164 h 24360"/>
              <a:gd name="connsiteX2" fmla="*/ 196778 w 196778"/>
              <a:gd name="connsiteY2" fmla="*/ 24360 h 24360"/>
              <a:gd name="connsiteX3" fmla="*/ 0 w 196778"/>
              <a:gd name="connsiteY3" fmla="*/ 0 h 2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778" h="24360">
                <a:moveTo>
                  <a:pt x="0" y="0"/>
                </a:moveTo>
                <a:lnTo>
                  <a:pt x="98832" y="9164"/>
                </a:lnTo>
                <a:lnTo>
                  <a:pt x="196778" y="24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3" name="手繪多邊形: 圖案 312">
            <a:extLst>
              <a:ext uri="{FF2B5EF4-FFF2-40B4-BE49-F238E27FC236}">
                <a16:creationId xmlns:a16="http://schemas.microsoft.com/office/drawing/2014/main" id="{3649511A-9DCE-4026-909F-868558AF264F}"/>
              </a:ext>
            </a:extLst>
          </p:cNvPr>
          <p:cNvSpPr/>
          <p:nvPr/>
        </p:nvSpPr>
        <p:spPr>
          <a:xfrm>
            <a:off x="5533727" y="1623012"/>
            <a:ext cx="77855" cy="12078"/>
          </a:xfrm>
          <a:custGeom>
            <a:avLst/>
            <a:gdLst>
              <a:gd name="connsiteX0" fmla="*/ 77855 w 77855"/>
              <a:gd name="connsiteY0" fmla="*/ 0 h 12078"/>
              <a:gd name="connsiteX1" fmla="*/ 0 w 77855"/>
              <a:gd name="connsiteY1" fmla="*/ 12078 h 12078"/>
              <a:gd name="connsiteX2" fmla="*/ 29060 w 77855"/>
              <a:gd name="connsiteY2" fmla="*/ 6040 h 12078"/>
              <a:gd name="connsiteX3" fmla="*/ 77855 w 77855"/>
              <a:gd name="connsiteY3" fmla="*/ 0 h 1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5" h="12078">
                <a:moveTo>
                  <a:pt x="77855" y="0"/>
                </a:moveTo>
                <a:lnTo>
                  <a:pt x="0" y="12078"/>
                </a:lnTo>
                <a:lnTo>
                  <a:pt x="29060" y="6040"/>
                </a:lnTo>
                <a:lnTo>
                  <a:pt x="77855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手繪多邊形: 圖案 313">
            <a:extLst>
              <a:ext uri="{FF2B5EF4-FFF2-40B4-BE49-F238E27FC236}">
                <a16:creationId xmlns:a16="http://schemas.microsoft.com/office/drawing/2014/main" id="{BD202133-B38F-4DDF-8DE1-7A61EAEBAE96}"/>
              </a:ext>
            </a:extLst>
          </p:cNvPr>
          <p:cNvSpPr/>
          <p:nvPr/>
        </p:nvSpPr>
        <p:spPr>
          <a:xfrm>
            <a:off x="6708955" y="1623012"/>
            <a:ext cx="77856" cy="12078"/>
          </a:xfrm>
          <a:custGeom>
            <a:avLst/>
            <a:gdLst>
              <a:gd name="connsiteX0" fmla="*/ 0 w 77856"/>
              <a:gd name="connsiteY0" fmla="*/ 0 h 12078"/>
              <a:gd name="connsiteX1" fmla="*/ 48795 w 77856"/>
              <a:gd name="connsiteY1" fmla="*/ 6040 h 12078"/>
              <a:gd name="connsiteX2" fmla="*/ 77856 w 77856"/>
              <a:gd name="connsiteY2" fmla="*/ 12078 h 12078"/>
              <a:gd name="connsiteX3" fmla="*/ 0 w 77856"/>
              <a:gd name="connsiteY3" fmla="*/ 0 h 12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856" h="12078">
                <a:moveTo>
                  <a:pt x="0" y="0"/>
                </a:moveTo>
                <a:lnTo>
                  <a:pt x="48795" y="6040"/>
                </a:lnTo>
                <a:lnTo>
                  <a:pt x="77856" y="12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手繪多邊形: 圖案 314">
            <a:extLst>
              <a:ext uri="{FF2B5EF4-FFF2-40B4-BE49-F238E27FC236}">
                <a16:creationId xmlns:a16="http://schemas.microsoft.com/office/drawing/2014/main" id="{AB7B1B90-B700-476B-AF3C-3F2D45277587}"/>
              </a:ext>
            </a:extLst>
          </p:cNvPr>
          <p:cNvSpPr/>
          <p:nvPr/>
        </p:nvSpPr>
        <p:spPr>
          <a:xfrm>
            <a:off x="5275390" y="1635090"/>
            <a:ext cx="258337" cy="53678"/>
          </a:xfrm>
          <a:custGeom>
            <a:avLst/>
            <a:gdLst>
              <a:gd name="connsiteX0" fmla="*/ 258337 w 258337"/>
              <a:gd name="connsiteY0" fmla="*/ 0 h 53678"/>
              <a:gd name="connsiteX1" fmla="*/ 0 w 258337"/>
              <a:gd name="connsiteY1" fmla="*/ 53678 h 53678"/>
              <a:gd name="connsiteX2" fmla="*/ 214752 w 258337"/>
              <a:gd name="connsiteY2" fmla="*/ 6762 h 53678"/>
              <a:gd name="connsiteX3" fmla="*/ 258337 w 258337"/>
              <a:gd name="connsiteY3" fmla="*/ 0 h 5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337" h="53678">
                <a:moveTo>
                  <a:pt x="258337" y="0"/>
                </a:moveTo>
                <a:lnTo>
                  <a:pt x="0" y="53678"/>
                </a:lnTo>
                <a:lnTo>
                  <a:pt x="214752" y="6762"/>
                </a:lnTo>
                <a:lnTo>
                  <a:pt x="25833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手繪多邊形: 圖案 315">
            <a:extLst>
              <a:ext uri="{FF2B5EF4-FFF2-40B4-BE49-F238E27FC236}">
                <a16:creationId xmlns:a16="http://schemas.microsoft.com/office/drawing/2014/main" id="{5EB9805C-FB9F-40FF-B38B-ADADFEE67C44}"/>
              </a:ext>
            </a:extLst>
          </p:cNvPr>
          <p:cNvSpPr/>
          <p:nvPr/>
        </p:nvSpPr>
        <p:spPr>
          <a:xfrm>
            <a:off x="6786812" y="1635090"/>
            <a:ext cx="258337" cy="53678"/>
          </a:xfrm>
          <a:custGeom>
            <a:avLst/>
            <a:gdLst>
              <a:gd name="connsiteX0" fmla="*/ 0 w 258337"/>
              <a:gd name="connsiteY0" fmla="*/ 0 h 53678"/>
              <a:gd name="connsiteX1" fmla="*/ 43584 w 258337"/>
              <a:gd name="connsiteY1" fmla="*/ 6762 h 53678"/>
              <a:gd name="connsiteX2" fmla="*/ 258337 w 258337"/>
              <a:gd name="connsiteY2" fmla="*/ 53678 h 53678"/>
              <a:gd name="connsiteX3" fmla="*/ 0 w 258337"/>
              <a:gd name="connsiteY3" fmla="*/ 0 h 5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337" h="53678">
                <a:moveTo>
                  <a:pt x="0" y="0"/>
                </a:moveTo>
                <a:lnTo>
                  <a:pt x="43584" y="6762"/>
                </a:lnTo>
                <a:lnTo>
                  <a:pt x="258337" y="536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手繪多邊形: 圖案 316">
            <a:extLst>
              <a:ext uri="{FF2B5EF4-FFF2-40B4-BE49-F238E27FC236}">
                <a16:creationId xmlns:a16="http://schemas.microsoft.com/office/drawing/2014/main" id="{DD68C90E-9B94-4333-A3E2-CAE6DCEA4F46}"/>
              </a:ext>
            </a:extLst>
          </p:cNvPr>
          <p:cNvSpPr/>
          <p:nvPr/>
        </p:nvSpPr>
        <p:spPr>
          <a:xfrm>
            <a:off x="5024287" y="1688814"/>
            <a:ext cx="250916" cy="73770"/>
          </a:xfrm>
          <a:custGeom>
            <a:avLst/>
            <a:gdLst>
              <a:gd name="connsiteX0" fmla="*/ 250916 w 250916"/>
              <a:gd name="connsiteY0" fmla="*/ 0 h 73770"/>
              <a:gd name="connsiteX1" fmla="*/ 0 w 250916"/>
              <a:gd name="connsiteY1" fmla="*/ 73770 h 73770"/>
              <a:gd name="connsiteX2" fmla="*/ 41115 w 250916"/>
              <a:gd name="connsiteY2" fmla="*/ 59397 h 73770"/>
              <a:gd name="connsiteX3" fmla="*/ 250916 w 250916"/>
              <a:gd name="connsiteY3" fmla="*/ 0 h 73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916" h="73770">
                <a:moveTo>
                  <a:pt x="250916" y="0"/>
                </a:moveTo>
                <a:lnTo>
                  <a:pt x="0" y="73770"/>
                </a:lnTo>
                <a:lnTo>
                  <a:pt x="41115" y="59397"/>
                </a:lnTo>
                <a:lnTo>
                  <a:pt x="25091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手繪多邊形: 圖案 317">
            <a:extLst>
              <a:ext uri="{FF2B5EF4-FFF2-40B4-BE49-F238E27FC236}">
                <a16:creationId xmlns:a16="http://schemas.microsoft.com/office/drawing/2014/main" id="{ACE8F3B1-9CBF-4041-9174-48D9277E83D5}"/>
              </a:ext>
            </a:extLst>
          </p:cNvPr>
          <p:cNvSpPr/>
          <p:nvPr/>
        </p:nvSpPr>
        <p:spPr>
          <a:xfrm>
            <a:off x="7045334" y="1688814"/>
            <a:ext cx="250917" cy="73770"/>
          </a:xfrm>
          <a:custGeom>
            <a:avLst/>
            <a:gdLst>
              <a:gd name="connsiteX0" fmla="*/ 0 w 250917"/>
              <a:gd name="connsiteY0" fmla="*/ 0 h 73770"/>
              <a:gd name="connsiteX1" fmla="*/ 209801 w 250917"/>
              <a:gd name="connsiteY1" fmla="*/ 59397 h 73770"/>
              <a:gd name="connsiteX2" fmla="*/ 250917 w 250917"/>
              <a:gd name="connsiteY2" fmla="*/ 73770 h 73770"/>
              <a:gd name="connsiteX3" fmla="*/ 0 w 250917"/>
              <a:gd name="connsiteY3" fmla="*/ 0 h 73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917" h="73770">
                <a:moveTo>
                  <a:pt x="0" y="0"/>
                </a:moveTo>
                <a:lnTo>
                  <a:pt x="209801" y="59397"/>
                </a:lnTo>
                <a:lnTo>
                  <a:pt x="250917" y="737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9" name="手繪多邊形: 圖案 318">
            <a:extLst>
              <a:ext uri="{FF2B5EF4-FFF2-40B4-BE49-F238E27FC236}">
                <a16:creationId xmlns:a16="http://schemas.microsoft.com/office/drawing/2014/main" id="{5D12EEDB-D729-49B1-B1F2-97BC6E637C07}"/>
              </a:ext>
            </a:extLst>
          </p:cNvPr>
          <p:cNvSpPr/>
          <p:nvPr/>
        </p:nvSpPr>
        <p:spPr>
          <a:xfrm>
            <a:off x="4951433" y="1762584"/>
            <a:ext cx="72854" cy="25467"/>
          </a:xfrm>
          <a:custGeom>
            <a:avLst/>
            <a:gdLst>
              <a:gd name="connsiteX0" fmla="*/ 72854 w 72854"/>
              <a:gd name="connsiteY0" fmla="*/ 0 h 25467"/>
              <a:gd name="connsiteX1" fmla="*/ 0 w 72854"/>
              <a:gd name="connsiteY1" fmla="*/ 25467 h 25467"/>
              <a:gd name="connsiteX2" fmla="*/ 45176 w 72854"/>
              <a:gd name="connsiteY2" fmla="*/ 8137 h 25467"/>
              <a:gd name="connsiteX3" fmla="*/ 72854 w 72854"/>
              <a:gd name="connsiteY3" fmla="*/ 0 h 25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54" h="25467">
                <a:moveTo>
                  <a:pt x="72854" y="0"/>
                </a:moveTo>
                <a:lnTo>
                  <a:pt x="0" y="25467"/>
                </a:lnTo>
                <a:lnTo>
                  <a:pt x="45176" y="8137"/>
                </a:lnTo>
                <a:lnTo>
                  <a:pt x="72854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手繪多邊形: 圖案 319">
            <a:extLst>
              <a:ext uri="{FF2B5EF4-FFF2-40B4-BE49-F238E27FC236}">
                <a16:creationId xmlns:a16="http://schemas.microsoft.com/office/drawing/2014/main" id="{5D5E8F8C-1313-4833-8408-DF9C04E7ECA7}"/>
              </a:ext>
            </a:extLst>
          </p:cNvPr>
          <p:cNvSpPr/>
          <p:nvPr/>
        </p:nvSpPr>
        <p:spPr>
          <a:xfrm>
            <a:off x="7296251" y="1762584"/>
            <a:ext cx="72853" cy="25467"/>
          </a:xfrm>
          <a:custGeom>
            <a:avLst/>
            <a:gdLst>
              <a:gd name="connsiteX0" fmla="*/ 0 w 72853"/>
              <a:gd name="connsiteY0" fmla="*/ 0 h 25467"/>
              <a:gd name="connsiteX1" fmla="*/ 27677 w 72853"/>
              <a:gd name="connsiteY1" fmla="*/ 8137 h 25467"/>
              <a:gd name="connsiteX2" fmla="*/ 72853 w 72853"/>
              <a:gd name="connsiteY2" fmla="*/ 25467 h 25467"/>
              <a:gd name="connsiteX3" fmla="*/ 0 w 72853"/>
              <a:gd name="connsiteY3" fmla="*/ 0 h 25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853" h="25467">
                <a:moveTo>
                  <a:pt x="0" y="0"/>
                </a:moveTo>
                <a:lnTo>
                  <a:pt x="27677" y="8137"/>
                </a:lnTo>
                <a:lnTo>
                  <a:pt x="72853" y="254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1" name="手繪多邊形: 圖案 320">
            <a:extLst>
              <a:ext uri="{FF2B5EF4-FFF2-40B4-BE49-F238E27FC236}">
                <a16:creationId xmlns:a16="http://schemas.microsoft.com/office/drawing/2014/main" id="{5806CEB2-0289-41B6-B03E-0B3BABDAF266}"/>
              </a:ext>
            </a:extLst>
          </p:cNvPr>
          <p:cNvSpPr/>
          <p:nvPr/>
        </p:nvSpPr>
        <p:spPr>
          <a:xfrm>
            <a:off x="4772255" y="1788051"/>
            <a:ext cx="179179" cy="68736"/>
          </a:xfrm>
          <a:custGeom>
            <a:avLst/>
            <a:gdLst>
              <a:gd name="connsiteX0" fmla="*/ 179179 w 179179"/>
              <a:gd name="connsiteY0" fmla="*/ 0 h 68736"/>
              <a:gd name="connsiteX1" fmla="*/ 0 w 179179"/>
              <a:gd name="connsiteY1" fmla="*/ 68736 h 68736"/>
              <a:gd name="connsiteX2" fmla="*/ 88620 w 179179"/>
              <a:gd name="connsiteY2" fmla="*/ 31657 h 68736"/>
              <a:gd name="connsiteX3" fmla="*/ 179179 w 179179"/>
              <a:gd name="connsiteY3" fmla="*/ 0 h 6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79" h="68736">
                <a:moveTo>
                  <a:pt x="179179" y="0"/>
                </a:moveTo>
                <a:lnTo>
                  <a:pt x="0" y="68736"/>
                </a:lnTo>
                <a:lnTo>
                  <a:pt x="88620" y="31657"/>
                </a:lnTo>
                <a:lnTo>
                  <a:pt x="179179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手繪多邊形: 圖案 321">
            <a:extLst>
              <a:ext uri="{FF2B5EF4-FFF2-40B4-BE49-F238E27FC236}">
                <a16:creationId xmlns:a16="http://schemas.microsoft.com/office/drawing/2014/main" id="{221DF602-01A4-400E-B368-A430B1BE1478}"/>
              </a:ext>
            </a:extLst>
          </p:cNvPr>
          <p:cNvSpPr/>
          <p:nvPr/>
        </p:nvSpPr>
        <p:spPr>
          <a:xfrm>
            <a:off x="7369103" y="1788051"/>
            <a:ext cx="179180" cy="68736"/>
          </a:xfrm>
          <a:custGeom>
            <a:avLst/>
            <a:gdLst>
              <a:gd name="connsiteX0" fmla="*/ 0 w 179180"/>
              <a:gd name="connsiteY0" fmla="*/ 0 h 68736"/>
              <a:gd name="connsiteX1" fmla="*/ 90559 w 179180"/>
              <a:gd name="connsiteY1" fmla="*/ 31657 h 68736"/>
              <a:gd name="connsiteX2" fmla="*/ 179180 w 179180"/>
              <a:gd name="connsiteY2" fmla="*/ 68736 h 68736"/>
              <a:gd name="connsiteX3" fmla="*/ 0 w 179180"/>
              <a:gd name="connsiteY3" fmla="*/ 0 h 6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80" h="68736">
                <a:moveTo>
                  <a:pt x="0" y="0"/>
                </a:moveTo>
                <a:lnTo>
                  <a:pt x="90559" y="31657"/>
                </a:lnTo>
                <a:lnTo>
                  <a:pt x="179180" y="687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3" name="手繪多邊形: 圖案 322">
            <a:extLst>
              <a:ext uri="{FF2B5EF4-FFF2-40B4-BE49-F238E27FC236}">
                <a16:creationId xmlns:a16="http://schemas.microsoft.com/office/drawing/2014/main" id="{125CD0F4-5440-4FAF-9BE3-B85D9DEEF2C6}"/>
              </a:ext>
            </a:extLst>
          </p:cNvPr>
          <p:cNvSpPr/>
          <p:nvPr/>
        </p:nvSpPr>
        <p:spPr>
          <a:xfrm>
            <a:off x="4701710" y="1856787"/>
            <a:ext cx="70544" cy="29516"/>
          </a:xfrm>
          <a:custGeom>
            <a:avLst/>
            <a:gdLst>
              <a:gd name="connsiteX0" fmla="*/ 70544 w 70544"/>
              <a:gd name="connsiteY0" fmla="*/ 0 h 29516"/>
              <a:gd name="connsiteX1" fmla="*/ 0 w 70544"/>
              <a:gd name="connsiteY1" fmla="*/ 29516 h 29516"/>
              <a:gd name="connsiteX2" fmla="*/ 25997 w 70544"/>
              <a:gd name="connsiteY2" fmla="*/ 17089 h 29516"/>
              <a:gd name="connsiteX3" fmla="*/ 70544 w 70544"/>
              <a:gd name="connsiteY3" fmla="*/ 0 h 2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44" h="29516">
                <a:moveTo>
                  <a:pt x="70544" y="0"/>
                </a:moveTo>
                <a:lnTo>
                  <a:pt x="0" y="29516"/>
                </a:lnTo>
                <a:lnTo>
                  <a:pt x="25997" y="17089"/>
                </a:lnTo>
                <a:lnTo>
                  <a:pt x="70544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4" name="手繪多邊形: 圖案 323">
            <a:extLst>
              <a:ext uri="{FF2B5EF4-FFF2-40B4-BE49-F238E27FC236}">
                <a16:creationId xmlns:a16="http://schemas.microsoft.com/office/drawing/2014/main" id="{466A406E-4125-4E6A-A797-4A18AED16E87}"/>
              </a:ext>
            </a:extLst>
          </p:cNvPr>
          <p:cNvSpPr/>
          <p:nvPr/>
        </p:nvSpPr>
        <p:spPr>
          <a:xfrm>
            <a:off x="7548283" y="1856787"/>
            <a:ext cx="70544" cy="29516"/>
          </a:xfrm>
          <a:custGeom>
            <a:avLst/>
            <a:gdLst>
              <a:gd name="connsiteX0" fmla="*/ 0 w 70544"/>
              <a:gd name="connsiteY0" fmla="*/ 0 h 29516"/>
              <a:gd name="connsiteX1" fmla="*/ 44546 w 70544"/>
              <a:gd name="connsiteY1" fmla="*/ 17089 h 29516"/>
              <a:gd name="connsiteX2" fmla="*/ 70544 w 70544"/>
              <a:gd name="connsiteY2" fmla="*/ 29516 h 29516"/>
              <a:gd name="connsiteX3" fmla="*/ 0 w 70544"/>
              <a:gd name="connsiteY3" fmla="*/ 0 h 2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544" h="29516">
                <a:moveTo>
                  <a:pt x="0" y="0"/>
                </a:moveTo>
                <a:lnTo>
                  <a:pt x="44546" y="17089"/>
                </a:lnTo>
                <a:lnTo>
                  <a:pt x="70544" y="295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5" name="手繪多邊形: 圖案 324">
            <a:extLst>
              <a:ext uri="{FF2B5EF4-FFF2-40B4-BE49-F238E27FC236}">
                <a16:creationId xmlns:a16="http://schemas.microsoft.com/office/drawing/2014/main" id="{DD7BDE18-927A-4C44-9A3E-8E39B1E65941}"/>
              </a:ext>
            </a:extLst>
          </p:cNvPr>
          <p:cNvSpPr/>
          <p:nvPr/>
        </p:nvSpPr>
        <p:spPr>
          <a:xfrm>
            <a:off x="4469648" y="1886303"/>
            <a:ext cx="232063" cy="110930"/>
          </a:xfrm>
          <a:custGeom>
            <a:avLst/>
            <a:gdLst>
              <a:gd name="connsiteX0" fmla="*/ 232063 w 232063"/>
              <a:gd name="connsiteY0" fmla="*/ 0 h 110930"/>
              <a:gd name="connsiteX1" fmla="*/ 0 w 232063"/>
              <a:gd name="connsiteY1" fmla="*/ 110930 h 110930"/>
              <a:gd name="connsiteX2" fmla="*/ 192477 w 232063"/>
              <a:gd name="connsiteY2" fmla="*/ 16563 h 110930"/>
              <a:gd name="connsiteX3" fmla="*/ 232063 w 232063"/>
              <a:gd name="connsiteY3" fmla="*/ 0 h 11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63" h="110930">
                <a:moveTo>
                  <a:pt x="232063" y="0"/>
                </a:moveTo>
                <a:lnTo>
                  <a:pt x="0" y="110930"/>
                </a:lnTo>
                <a:lnTo>
                  <a:pt x="192477" y="16563"/>
                </a:lnTo>
                <a:lnTo>
                  <a:pt x="23206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6" name="手繪多邊形: 圖案 325">
            <a:extLst>
              <a:ext uri="{FF2B5EF4-FFF2-40B4-BE49-F238E27FC236}">
                <a16:creationId xmlns:a16="http://schemas.microsoft.com/office/drawing/2014/main" id="{0CE5750E-8897-4364-80FB-51E8779EBBED}"/>
              </a:ext>
            </a:extLst>
          </p:cNvPr>
          <p:cNvSpPr/>
          <p:nvPr/>
        </p:nvSpPr>
        <p:spPr>
          <a:xfrm>
            <a:off x="7618828" y="1886303"/>
            <a:ext cx="232063" cy="110930"/>
          </a:xfrm>
          <a:custGeom>
            <a:avLst/>
            <a:gdLst>
              <a:gd name="connsiteX0" fmla="*/ 0 w 232063"/>
              <a:gd name="connsiteY0" fmla="*/ 0 h 110930"/>
              <a:gd name="connsiteX1" fmla="*/ 39585 w 232063"/>
              <a:gd name="connsiteY1" fmla="*/ 16563 h 110930"/>
              <a:gd name="connsiteX2" fmla="*/ 232063 w 232063"/>
              <a:gd name="connsiteY2" fmla="*/ 110930 h 110930"/>
              <a:gd name="connsiteX3" fmla="*/ 0 w 232063"/>
              <a:gd name="connsiteY3" fmla="*/ 0 h 110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63" h="110930">
                <a:moveTo>
                  <a:pt x="0" y="0"/>
                </a:moveTo>
                <a:lnTo>
                  <a:pt x="39585" y="16563"/>
                </a:lnTo>
                <a:lnTo>
                  <a:pt x="232063" y="1109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7" name="手繪多邊形: 圖案 326">
            <a:extLst>
              <a:ext uri="{FF2B5EF4-FFF2-40B4-BE49-F238E27FC236}">
                <a16:creationId xmlns:a16="http://schemas.microsoft.com/office/drawing/2014/main" id="{CFBF949E-B350-45B2-8A24-CBFC4FF9340C}"/>
              </a:ext>
            </a:extLst>
          </p:cNvPr>
          <p:cNvSpPr/>
          <p:nvPr/>
        </p:nvSpPr>
        <p:spPr>
          <a:xfrm>
            <a:off x="2665367" y="1997233"/>
            <a:ext cx="2033380" cy="2486497"/>
          </a:xfrm>
          <a:custGeom>
            <a:avLst/>
            <a:gdLst>
              <a:gd name="connsiteX0" fmla="*/ 1804280 w 2033380"/>
              <a:gd name="connsiteY0" fmla="*/ 0 h 2486497"/>
              <a:gd name="connsiteX1" fmla="*/ 1804198 w 2033380"/>
              <a:gd name="connsiteY1" fmla="*/ 40 h 2486497"/>
              <a:gd name="connsiteX2" fmla="*/ 1705446 w 2033380"/>
              <a:gd name="connsiteY2" fmla="*/ 57215 h 2486497"/>
              <a:gd name="connsiteX3" fmla="*/ 2033380 w 2033380"/>
              <a:gd name="connsiteY3" fmla="*/ 648969 h 2486497"/>
              <a:gd name="connsiteX4" fmla="*/ 1906133 w 2033380"/>
              <a:gd name="connsiteY4" fmla="*/ 722641 h 2486497"/>
              <a:gd name="connsiteX5" fmla="*/ 667489 w 2033380"/>
              <a:gd name="connsiteY5" fmla="*/ 2335382 h 2486497"/>
              <a:gd name="connsiteX6" fmla="*/ 628634 w 2033380"/>
              <a:gd name="connsiteY6" fmla="*/ 2486497 h 2486497"/>
              <a:gd name="connsiteX7" fmla="*/ 519350 w 2033380"/>
              <a:gd name="connsiteY7" fmla="*/ 2449519 h 2486497"/>
              <a:gd name="connsiteX8" fmla="*/ 129956 w 2033380"/>
              <a:gd name="connsiteY8" fmla="*/ 2295986 h 2486497"/>
              <a:gd name="connsiteX9" fmla="*/ 0 w 2033380"/>
              <a:gd name="connsiteY9" fmla="*/ 2237234 h 2486497"/>
              <a:gd name="connsiteX10" fmla="*/ 29849 w 2033380"/>
              <a:gd name="connsiteY10" fmla="*/ 2132118 h 2486497"/>
              <a:gd name="connsiteX11" fmla="*/ 1804198 w 2033380"/>
              <a:gd name="connsiteY11" fmla="*/ 39 h 2486497"/>
              <a:gd name="connsiteX12" fmla="*/ 1804280 w 2033380"/>
              <a:gd name="connsiteY12" fmla="*/ 0 h 248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3380" h="2486497">
                <a:moveTo>
                  <a:pt x="1804280" y="0"/>
                </a:moveTo>
                <a:lnTo>
                  <a:pt x="1804198" y="40"/>
                </a:lnTo>
                <a:lnTo>
                  <a:pt x="1705446" y="57215"/>
                </a:lnTo>
                <a:lnTo>
                  <a:pt x="2033380" y="648969"/>
                </a:lnTo>
                <a:lnTo>
                  <a:pt x="1906133" y="722641"/>
                </a:lnTo>
                <a:cubicBezTo>
                  <a:pt x="1321956" y="1092220"/>
                  <a:pt x="876959" y="1661916"/>
                  <a:pt x="667489" y="2335382"/>
                </a:cubicBezTo>
                <a:lnTo>
                  <a:pt x="628634" y="2486497"/>
                </a:lnTo>
                <a:lnTo>
                  <a:pt x="519350" y="2449519"/>
                </a:lnTo>
                <a:cubicBezTo>
                  <a:pt x="388018" y="2401432"/>
                  <a:pt x="258190" y="2350225"/>
                  <a:pt x="129956" y="2295986"/>
                </a:cubicBezTo>
                <a:lnTo>
                  <a:pt x="0" y="2237234"/>
                </a:lnTo>
                <a:lnTo>
                  <a:pt x="29849" y="2132118"/>
                </a:lnTo>
                <a:cubicBezTo>
                  <a:pt x="316954" y="1209048"/>
                  <a:pt x="962748" y="444011"/>
                  <a:pt x="1804198" y="39"/>
                </a:cubicBezTo>
                <a:lnTo>
                  <a:pt x="180428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8" name="手繪多邊形: 圖案 327">
            <a:extLst>
              <a:ext uri="{FF2B5EF4-FFF2-40B4-BE49-F238E27FC236}">
                <a16:creationId xmlns:a16="http://schemas.microsoft.com/office/drawing/2014/main" id="{74DB1EC7-F951-4F01-A503-664081E968AF}"/>
              </a:ext>
            </a:extLst>
          </p:cNvPr>
          <p:cNvSpPr/>
          <p:nvPr/>
        </p:nvSpPr>
        <p:spPr>
          <a:xfrm>
            <a:off x="7608137" y="1997233"/>
            <a:ext cx="2040830" cy="2481004"/>
          </a:xfrm>
          <a:custGeom>
            <a:avLst/>
            <a:gdLst>
              <a:gd name="connsiteX0" fmla="*/ 242753 w 2040830"/>
              <a:gd name="connsiteY0" fmla="*/ 0 h 2481004"/>
              <a:gd name="connsiteX1" fmla="*/ 242834 w 2040830"/>
              <a:gd name="connsiteY1" fmla="*/ 39 h 2481004"/>
              <a:gd name="connsiteX2" fmla="*/ 2017183 w 2040830"/>
              <a:gd name="connsiteY2" fmla="*/ 2132118 h 2481004"/>
              <a:gd name="connsiteX3" fmla="*/ 2040830 w 2040830"/>
              <a:gd name="connsiteY3" fmla="*/ 2215393 h 2481004"/>
              <a:gd name="connsiteX4" fmla="*/ 1862562 w 2040830"/>
              <a:gd name="connsiteY4" fmla="*/ 2295986 h 2481004"/>
              <a:gd name="connsiteX5" fmla="*/ 1473168 w 2040830"/>
              <a:gd name="connsiteY5" fmla="*/ 2449519 h 2481004"/>
              <a:gd name="connsiteX6" fmla="*/ 1380116 w 2040830"/>
              <a:gd name="connsiteY6" fmla="*/ 2481004 h 2481004"/>
              <a:gd name="connsiteX7" fmla="*/ 1342673 w 2040830"/>
              <a:gd name="connsiteY7" fmla="*/ 2335382 h 2481004"/>
              <a:gd name="connsiteX8" fmla="*/ 104029 w 2040830"/>
              <a:gd name="connsiteY8" fmla="*/ 722641 h 2481004"/>
              <a:gd name="connsiteX9" fmla="*/ 0 w 2040830"/>
              <a:gd name="connsiteY9" fmla="*/ 662411 h 2481004"/>
              <a:gd name="connsiteX10" fmla="*/ 336890 w 2040830"/>
              <a:gd name="connsiteY10" fmla="*/ 54496 h 2481004"/>
              <a:gd name="connsiteX11" fmla="*/ 242834 w 2040830"/>
              <a:gd name="connsiteY11" fmla="*/ 40 h 2481004"/>
              <a:gd name="connsiteX12" fmla="*/ 242753 w 2040830"/>
              <a:gd name="connsiteY12" fmla="*/ 0 h 248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40830" h="2481004">
                <a:moveTo>
                  <a:pt x="242753" y="0"/>
                </a:moveTo>
                <a:lnTo>
                  <a:pt x="242834" y="39"/>
                </a:lnTo>
                <a:cubicBezTo>
                  <a:pt x="1084284" y="444011"/>
                  <a:pt x="1730078" y="1209048"/>
                  <a:pt x="2017183" y="2132118"/>
                </a:cubicBezTo>
                <a:lnTo>
                  <a:pt x="2040830" y="2215393"/>
                </a:lnTo>
                <a:lnTo>
                  <a:pt x="1862562" y="2295986"/>
                </a:lnTo>
                <a:cubicBezTo>
                  <a:pt x="1734328" y="2350225"/>
                  <a:pt x="1604500" y="2401432"/>
                  <a:pt x="1473168" y="2449519"/>
                </a:cubicBezTo>
                <a:lnTo>
                  <a:pt x="1380116" y="2481004"/>
                </a:lnTo>
                <a:lnTo>
                  <a:pt x="1342673" y="2335382"/>
                </a:lnTo>
                <a:cubicBezTo>
                  <a:pt x="1133203" y="1661916"/>
                  <a:pt x="688206" y="1092220"/>
                  <a:pt x="104029" y="722641"/>
                </a:cubicBezTo>
                <a:lnTo>
                  <a:pt x="0" y="662411"/>
                </a:lnTo>
                <a:lnTo>
                  <a:pt x="336890" y="54496"/>
                </a:lnTo>
                <a:lnTo>
                  <a:pt x="242834" y="40"/>
                </a:lnTo>
                <a:lnTo>
                  <a:pt x="24275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9" name="手繪多邊形: 圖案 328">
            <a:extLst>
              <a:ext uri="{FF2B5EF4-FFF2-40B4-BE49-F238E27FC236}">
                <a16:creationId xmlns:a16="http://schemas.microsoft.com/office/drawing/2014/main" id="{04ECFCA4-3691-46D3-97BA-D12BB92D08DA}"/>
              </a:ext>
            </a:extLst>
          </p:cNvPr>
          <p:cNvSpPr/>
          <p:nvPr/>
        </p:nvSpPr>
        <p:spPr>
          <a:xfrm>
            <a:off x="4698747" y="2266032"/>
            <a:ext cx="2909390" cy="794954"/>
          </a:xfrm>
          <a:custGeom>
            <a:avLst/>
            <a:gdLst>
              <a:gd name="connsiteX0" fmla="*/ 1443086 w 2909390"/>
              <a:gd name="connsiteY0" fmla="*/ 0 h 794954"/>
              <a:gd name="connsiteX1" fmla="*/ 1663799 w 2909390"/>
              <a:gd name="connsiteY1" fmla="*/ 9060 h 794954"/>
              <a:gd name="connsiteX2" fmla="*/ 1728342 w 2909390"/>
              <a:gd name="connsiteY2" fmla="*/ 15044 h 794954"/>
              <a:gd name="connsiteX3" fmla="*/ 1887933 w 2909390"/>
              <a:gd name="connsiteY3" fmla="*/ 34801 h 794954"/>
              <a:gd name="connsiteX4" fmla="*/ 1950971 w 2909390"/>
              <a:gd name="connsiteY4" fmla="*/ 44581 h 794954"/>
              <a:gd name="connsiteX5" fmla="*/ 2160498 w 2909390"/>
              <a:gd name="connsiteY5" fmla="*/ 88117 h 794954"/>
              <a:gd name="connsiteX6" fmla="*/ 2364003 w 2909390"/>
              <a:gd name="connsiteY6" fmla="*/ 147947 h 794954"/>
              <a:gd name="connsiteX7" fmla="*/ 2423012 w 2909390"/>
              <a:gd name="connsiteY7" fmla="*/ 168575 h 794954"/>
              <a:gd name="connsiteX8" fmla="*/ 2568298 w 2909390"/>
              <a:gd name="connsiteY8" fmla="*/ 224309 h 794954"/>
              <a:gd name="connsiteX9" fmla="*/ 2625480 w 2909390"/>
              <a:gd name="connsiteY9" fmla="*/ 248235 h 794954"/>
              <a:gd name="connsiteX10" fmla="*/ 2813670 w 2909390"/>
              <a:gd name="connsiteY10" fmla="*/ 338193 h 794954"/>
              <a:gd name="connsiteX11" fmla="*/ 2909390 w 2909390"/>
              <a:gd name="connsiteY11" fmla="*/ 393612 h 794954"/>
              <a:gd name="connsiteX12" fmla="*/ 2686977 w 2909390"/>
              <a:gd name="connsiteY12" fmla="*/ 794954 h 794954"/>
              <a:gd name="connsiteX13" fmla="*/ 2569109 w 2909390"/>
              <a:gd name="connsiteY13" fmla="*/ 726711 h 794954"/>
              <a:gd name="connsiteX14" fmla="*/ 1434264 w 2909390"/>
              <a:gd name="connsiteY14" fmla="*/ 446688 h 794954"/>
              <a:gd name="connsiteX15" fmla="*/ 299420 w 2909390"/>
              <a:gd name="connsiteY15" fmla="*/ 726711 h 794954"/>
              <a:gd name="connsiteX16" fmla="*/ 218127 w 2909390"/>
              <a:gd name="connsiteY16" fmla="*/ 773778 h 794954"/>
              <a:gd name="connsiteX17" fmla="*/ 0 w 2909390"/>
              <a:gd name="connsiteY17" fmla="*/ 380170 h 794954"/>
              <a:gd name="connsiteX18" fmla="*/ 72502 w 2909390"/>
              <a:gd name="connsiteY18" fmla="*/ 338193 h 794954"/>
              <a:gd name="connsiteX19" fmla="*/ 260692 w 2909390"/>
              <a:gd name="connsiteY19" fmla="*/ 248235 h 794954"/>
              <a:gd name="connsiteX20" fmla="*/ 317875 w 2909390"/>
              <a:gd name="connsiteY20" fmla="*/ 224309 h 794954"/>
              <a:gd name="connsiteX21" fmla="*/ 463156 w 2909390"/>
              <a:gd name="connsiteY21" fmla="*/ 168577 h 794954"/>
              <a:gd name="connsiteX22" fmla="*/ 522175 w 2909390"/>
              <a:gd name="connsiteY22" fmla="*/ 147946 h 794954"/>
              <a:gd name="connsiteX23" fmla="*/ 725648 w 2909390"/>
              <a:gd name="connsiteY23" fmla="*/ 88125 h 794954"/>
              <a:gd name="connsiteX24" fmla="*/ 725675 w 2909390"/>
              <a:gd name="connsiteY24" fmla="*/ 88117 h 794954"/>
              <a:gd name="connsiteX25" fmla="*/ 725695 w 2909390"/>
              <a:gd name="connsiteY25" fmla="*/ 88113 h 794954"/>
              <a:gd name="connsiteX26" fmla="*/ 935201 w 2909390"/>
              <a:gd name="connsiteY26" fmla="*/ 44581 h 794954"/>
              <a:gd name="connsiteX27" fmla="*/ 998242 w 2909390"/>
              <a:gd name="connsiteY27" fmla="*/ 34801 h 794954"/>
              <a:gd name="connsiteX28" fmla="*/ 1157828 w 2909390"/>
              <a:gd name="connsiteY28" fmla="*/ 15045 h 794954"/>
              <a:gd name="connsiteX29" fmla="*/ 1222375 w 2909390"/>
              <a:gd name="connsiteY29" fmla="*/ 9060 h 794954"/>
              <a:gd name="connsiteX30" fmla="*/ 1443086 w 2909390"/>
              <a:gd name="connsiteY30" fmla="*/ 0 h 79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909390" h="794954">
                <a:moveTo>
                  <a:pt x="1443086" y="0"/>
                </a:moveTo>
                <a:lnTo>
                  <a:pt x="1663799" y="9060"/>
                </a:lnTo>
                <a:lnTo>
                  <a:pt x="1728342" y="15044"/>
                </a:lnTo>
                <a:lnTo>
                  <a:pt x="1887933" y="34801"/>
                </a:lnTo>
                <a:lnTo>
                  <a:pt x="1950971" y="44581"/>
                </a:lnTo>
                <a:lnTo>
                  <a:pt x="2160498" y="88117"/>
                </a:lnTo>
                <a:lnTo>
                  <a:pt x="2364003" y="147947"/>
                </a:lnTo>
                <a:lnTo>
                  <a:pt x="2423012" y="168575"/>
                </a:lnTo>
                <a:lnTo>
                  <a:pt x="2568298" y="224309"/>
                </a:lnTo>
                <a:lnTo>
                  <a:pt x="2625480" y="248235"/>
                </a:lnTo>
                <a:lnTo>
                  <a:pt x="2813670" y="338193"/>
                </a:lnTo>
                <a:lnTo>
                  <a:pt x="2909390" y="393612"/>
                </a:lnTo>
                <a:lnTo>
                  <a:pt x="2686977" y="794954"/>
                </a:lnTo>
                <a:lnTo>
                  <a:pt x="2569109" y="726711"/>
                </a:lnTo>
                <a:cubicBezTo>
                  <a:pt x="2230227" y="547908"/>
                  <a:pt x="1844066" y="446688"/>
                  <a:pt x="1434264" y="446688"/>
                </a:cubicBezTo>
                <a:cubicBezTo>
                  <a:pt x="1024462" y="446688"/>
                  <a:pt x="638302" y="547908"/>
                  <a:pt x="299420" y="726711"/>
                </a:cubicBezTo>
                <a:lnTo>
                  <a:pt x="218127" y="773778"/>
                </a:lnTo>
                <a:lnTo>
                  <a:pt x="0" y="380170"/>
                </a:lnTo>
                <a:lnTo>
                  <a:pt x="72502" y="338193"/>
                </a:lnTo>
                <a:lnTo>
                  <a:pt x="260692" y="248235"/>
                </a:lnTo>
                <a:lnTo>
                  <a:pt x="317875" y="224309"/>
                </a:lnTo>
                <a:lnTo>
                  <a:pt x="463156" y="168577"/>
                </a:lnTo>
                <a:lnTo>
                  <a:pt x="522175" y="147946"/>
                </a:lnTo>
                <a:lnTo>
                  <a:pt x="725648" y="88125"/>
                </a:lnTo>
                <a:lnTo>
                  <a:pt x="725675" y="88117"/>
                </a:lnTo>
                <a:lnTo>
                  <a:pt x="725695" y="88113"/>
                </a:lnTo>
                <a:lnTo>
                  <a:pt x="935201" y="44581"/>
                </a:lnTo>
                <a:lnTo>
                  <a:pt x="998242" y="34801"/>
                </a:lnTo>
                <a:lnTo>
                  <a:pt x="1157828" y="15045"/>
                </a:lnTo>
                <a:lnTo>
                  <a:pt x="1222375" y="9060"/>
                </a:lnTo>
                <a:lnTo>
                  <a:pt x="144308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0" name="手繪多邊形: 圖案 329">
            <a:extLst>
              <a:ext uri="{FF2B5EF4-FFF2-40B4-BE49-F238E27FC236}">
                <a16:creationId xmlns:a16="http://schemas.microsoft.com/office/drawing/2014/main" id="{13A3F41A-E84F-486C-929D-566C6805727A}"/>
              </a:ext>
            </a:extLst>
          </p:cNvPr>
          <p:cNvSpPr/>
          <p:nvPr/>
        </p:nvSpPr>
        <p:spPr>
          <a:xfrm>
            <a:off x="6141834" y="2266032"/>
            <a:ext cx="220713" cy="9060"/>
          </a:xfrm>
          <a:custGeom>
            <a:avLst/>
            <a:gdLst>
              <a:gd name="connsiteX0" fmla="*/ 0 w 220713"/>
              <a:gd name="connsiteY0" fmla="*/ 0 h 9060"/>
              <a:gd name="connsiteX1" fmla="*/ 184205 w 220713"/>
              <a:gd name="connsiteY1" fmla="*/ 5675 h 9060"/>
              <a:gd name="connsiteX2" fmla="*/ 220713 w 220713"/>
              <a:gd name="connsiteY2" fmla="*/ 9060 h 9060"/>
              <a:gd name="connsiteX3" fmla="*/ 0 w 220713"/>
              <a:gd name="connsiteY3" fmla="*/ 0 h 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713" h="9060">
                <a:moveTo>
                  <a:pt x="0" y="0"/>
                </a:moveTo>
                <a:cubicBezTo>
                  <a:pt x="61866" y="0"/>
                  <a:pt x="123287" y="1910"/>
                  <a:pt x="184205" y="5675"/>
                </a:cubicBezTo>
                <a:lnTo>
                  <a:pt x="220713" y="90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1" name="手繪多邊形: 圖案 330">
            <a:extLst>
              <a:ext uri="{FF2B5EF4-FFF2-40B4-BE49-F238E27FC236}">
                <a16:creationId xmlns:a16="http://schemas.microsoft.com/office/drawing/2014/main" id="{82FCA6DF-363B-47E2-8225-0CE25B62B200}"/>
              </a:ext>
            </a:extLst>
          </p:cNvPr>
          <p:cNvSpPr/>
          <p:nvPr/>
        </p:nvSpPr>
        <p:spPr>
          <a:xfrm>
            <a:off x="5921123" y="2266032"/>
            <a:ext cx="220711" cy="9060"/>
          </a:xfrm>
          <a:custGeom>
            <a:avLst/>
            <a:gdLst>
              <a:gd name="connsiteX0" fmla="*/ 220711 w 220711"/>
              <a:gd name="connsiteY0" fmla="*/ 0 h 9060"/>
              <a:gd name="connsiteX1" fmla="*/ 0 w 220711"/>
              <a:gd name="connsiteY1" fmla="*/ 9060 h 9060"/>
              <a:gd name="connsiteX2" fmla="*/ 36507 w 220711"/>
              <a:gd name="connsiteY2" fmla="*/ 5675 h 9060"/>
              <a:gd name="connsiteX3" fmla="*/ 220711 w 220711"/>
              <a:gd name="connsiteY3" fmla="*/ 0 h 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711" h="9060">
                <a:moveTo>
                  <a:pt x="220711" y="0"/>
                </a:moveTo>
                <a:lnTo>
                  <a:pt x="0" y="9060"/>
                </a:lnTo>
                <a:lnTo>
                  <a:pt x="36507" y="5675"/>
                </a:lnTo>
                <a:cubicBezTo>
                  <a:pt x="97425" y="1910"/>
                  <a:pt x="158845" y="0"/>
                  <a:pt x="220711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2" name="手繪多邊形: 圖案 331">
            <a:extLst>
              <a:ext uri="{FF2B5EF4-FFF2-40B4-BE49-F238E27FC236}">
                <a16:creationId xmlns:a16="http://schemas.microsoft.com/office/drawing/2014/main" id="{0AA7B0E1-A5B2-4E4A-997F-FC200D98F780}"/>
              </a:ext>
            </a:extLst>
          </p:cNvPr>
          <p:cNvSpPr/>
          <p:nvPr/>
        </p:nvSpPr>
        <p:spPr>
          <a:xfrm>
            <a:off x="5856576" y="2275093"/>
            <a:ext cx="64547" cy="5985"/>
          </a:xfrm>
          <a:custGeom>
            <a:avLst/>
            <a:gdLst>
              <a:gd name="connsiteX0" fmla="*/ 64547 w 64547"/>
              <a:gd name="connsiteY0" fmla="*/ 0 h 5985"/>
              <a:gd name="connsiteX1" fmla="*/ 0 w 64547"/>
              <a:gd name="connsiteY1" fmla="*/ 5985 h 5985"/>
              <a:gd name="connsiteX2" fmla="*/ 40305 w 64547"/>
              <a:gd name="connsiteY2" fmla="*/ 995 h 5985"/>
              <a:gd name="connsiteX3" fmla="*/ 64547 w 64547"/>
              <a:gd name="connsiteY3" fmla="*/ 0 h 5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47" h="5985">
                <a:moveTo>
                  <a:pt x="64547" y="0"/>
                </a:moveTo>
                <a:lnTo>
                  <a:pt x="0" y="5985"/>
                </a:lnTo>
                <a:lnTo>
                  <a:pt x="40305" y="995"/>
                </a:lnTo>
                <a:lnTo>
                  <a:pt x="6454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3" name="手繪多邊形: 圖案 332">
            <a:extLst>
              <a:ext uri="{FF2B5EF4-FFF2-40B4-BE49-F238E27FC236}">
                <a16:creationId xmlns:a16="http://schemas.microsoft.com/office/drawing/2014/main" id="{058A44C2-38CE-4253-8ED8-C54ED71FBCF4}"/>
              </a:ext>
            </a:extLst>
          </p:cNvPr>
          <p:cNvSpPr/>
          <p:nvPr/>
        </p:nvSpPr>
        <p:spPr>
          <a:xfrm>
            <a:off x="6362547" y="2275092"/>
            <a:ext cx="64543" cy="5984"/>
          </a:xfrm>
          <a:custGeom>
            <a:avLst/>
            <a:gdLst>
              <a:gd name="connsiteX0" fmla="*/ 0 w 64543"/>
              <a:gd name="connsiteY0" fmla="*/ 0 h 5984"/>
              <a:gd name="connsiteX1" fmla="*/ 24240 w 64543"/>
              <a:gd name="connsiteY1" fmla="*/ 995 h 5984"/>
              <a:gd name="connsiteX2" fmla="*/ 64543 w 64543"/>
              <a:gd name="connsiteY2" fmla="*/ 5984 h 5984"/>
              <a:gd name="connsiteX3" fmla="*/ 0 w 64543"/>
              <a:gd name="connsiteY3" fmla="*/ 0 h 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43" h="5984">
                <a:moveTo>
                  <a:pt x="0" y="0"/>
                </a:moveTo>
                <a:lnTo>
                  <a:pt x="24240" y="995"/>
                </a:lnTo>
                <a:lnTo>
                  <a:pt x="64543" y="59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4" name="手繪多邊形: 圖案 333">
            <a:extLst>
              <a:ext uri="{FF2B5EF4-FFF2-40B4-BE49-F238E27FC236}">
                <a16:creationId xmlns:a16="http://schemas.microsoft.com/office/drawing/2014/main" id="{93C0CF5C-D4F0-4246-9D02-1B197FFAD5AA}"/>
              </a:ext>
            </a:extLst>
          </p:cNvPr>
          <p:cNvSpPr/>
          <p:nvPr/>
        </p:nvSpPr>
        <p:spPr>
          <a:xfrm>
            <a:off x="6427090" y="2281077"/>
            <a:ext cx="159591" cy="19757"/>
          </a:xfrm>
          <a:custGeom>
            <a:avLst/>
            <a:gdLst>
              <a:gd name="connsiteX0" fmla="*/ 0 w 159591"/>
              <a:gd name="connsiteY0" fmla="*/ 0 h 19757"/>
              <a:gd name="connsiteX1" fmla="*/ 80142 w 159591"/>
              <a:gd name="connsiteY1" fmla="*/ 7431 h 19757"/>
              <a:gd name="connsiteX2" fmla="*/ 159591 w 159591"/>
              <a:gd name="connsiteY2" fmla="*/ 19757 h 19757"/>
              <a:gd name="connsiteX3" fmla="*/ 0 w 159591"/>
              <a:gd name="connsiteY3" fmla="*/ 0 h 1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91" h="19757">
                <a:moveTo>
                  <a:pt x="0" y="0"/>
                </a:moveTo>
                <a:lnTo>
                  <a:pt x="80142" y="7431"/>
                </a:lnTo>
                <a:lnTo>
                  <a:pt x="159591" y="1975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5" name="手繪多邊形: 圖案 334">
            <a:extLst>
              <a:ext uri="{FF2B5EF4-FFF2-40B4-BE49-F238E27FC236}">
                <a16:creationId xmlns:a16="http://schemas.microsoft.com/office/drawing/2014/main" id="{97815135-5F12-4EB5-9F95-4DBC402D3E92}"/>
              </a:ext>
            </a:extLst>
          </p:cNvPr>
          <p:cNvSpPr/>
          <p:nvPr/>
        </p:nvSpPr>
        <p:spPr>
          <a:xfrm>
            <a:off x="5696989" y="2281077"/>
            <a:ext cx="159586" cy="19756"/>
          </a:xfrm>
          <a:custGeom>
            <a:avLst/>
            <a:gdLst>
              <a:gd name="connsiteX0" fmla="*/ 159586 w 159586"/>
              <a:gd name="connsiteY0" fmla="*/ 0 h 19756"/>
              <a:gd name="connsiteX1" fmla="*/ 0 w 159586"/>
              <a:gd name="connsiteY1" fmla="*/ 19756 h 19756"/>
              <a:gd name="connsiteX2" fmla="*/ 79447 w 159586"/>
              <a:gd name="connsiteY2" fmla="*/ 7430 h 19756"/>
              <a:gd name="connsiteX3" fmla="*/ 159586 w 159586"/>
              <a:gd name="connsiteY3" fmla="*/ 0 h 1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586" h="19756">
                <a:moveTo>
                  <a:pt x="159586" y="0"/>
                </a:moveTo>
                <a:lnTo>
                  <a:pt x="0" y="19756"/>
                </a:lnTo>
                <a:lnTo>
                  <a:pt x="79447" y="7430"/>
                </a:lnTo>
                <a:lnTo>
                  <a:pt x="15958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6" name="手繪多邊形: 圖案 335">
            <a:extLst>
              <a:ext uri="{FF2B5EF4-FFF2-40B4-BE49-F238E27FC236}">
                <a16:creationId xmlns:a16="http://schemas.microsoft.com/office/drawing/2014/main" id="{188A3BF2-888B-4C40-9434-BE1D8EDA715A}"/>
              </a:ext>
            </a:extLst>
          </p:cNvPr>
          <p:cNvSpPr/>
          <p:nvPr/>
        </p:nvSpPr>
        <p:spPr>
          <a:xfrm>
            <a:off x="5633949" y="2300833"/>
            <a:ext cx="63041" cy="9780"/>
          </a:xfrm>
          <a:custGeom>
            <a:avLst/>
            <a:gdLst>
              <a:gd name="connsiteX0" fmla="*/ 63041 w 63041"/>
              <a:gd name="connsiteY0" fmla="*/ 0 h 9780"/>
              <a:gd name="connsiteX1" fmla="*/ 0 w 63041"/>
              <a:gd name="connsiteY1" fmla="*/ 9780 h 9780"/>
              <a:gd name="connsiteX2" fmla="*/ 23530 w 63041"/>
              <a:gd name="connsiteY2" fmla="*/ 4891 h 9780"/>
              <a:gd name="connsiteX3" fmla="*/ 63041 w 63041"/>
              <a:gd name="connsiteY3" fmla="*/ 0 h 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041" h="9780">
                <a:moveTo>
                  <a:pt x="63041" y="0"/>
                </a:moveTo>
                <a:lnTo>
                  <a:pt x="0" y="9780"/>
                </a:lnTo>
                <a:lnTo>
                  <a:pt x="23530" y="4891"/>
                </a:lnTo>
                <a:lnTo>
                  <a:pt x="63041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7" name="手繪多邊形: 圖案 336">
            <a:extLst>
              <a:ext uri="{FF2B5EF4-FFF2-40B4-BE49-F238E27FC236}">
                <a16:creationId xmlns:a16="http://schemas.microsoft.com/office/drawing/2014/main" id="{A202517A-823F-4DFB-B0C3-7440E3F0FB4A}"/>
              </a:ext>
            </a:extLst>
          </p:cNvPr>
          <p:cNvSpPr/>
          <p:nvPr/>
        </p:nvSpPr>
        <p:spPr>
          <a:xfrm>
            <a:off x="6586680" y="2300833"/>
            <a:ext cx="63038" cy="9780"/>
          </a:xfrm>
          <a:custGeom>
            <a:avLst/>
            <a:gdLst>
              <a:gd name="connsiteX0" fmla="*/ 0 w 63038"/>
              <a:gd name="connsiteY0" fmla="*/ 0 h 9780"/>
              <a:gd name="connsiteX1" fmla="*/ 39508 w 63038"/>
              <a:gd name="connsiteY1" fmla="*/ 4891 h 9780"/>
              <a:gd name="connsiteX2" fmla="*/ 63038 w 63038"/>
              <a:gd name="connsiteY2" fmla="*/ 9780 h 9780"/>
              <a:gd name="connsiteX3" fmla="*/ 0 w 63038"/>
              <a:gd name="connsiteY3" fmla="*/ 0 h 9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038" h="9780">
                <a:moveTo>
                  <a:pt x="0" y="0"/>
                </a:moveTo>
                <a:lnTo>
                  <a:pt x="39508" y="4891"/>
                </a:lnTo>
                <a:lnTo>
                  <a:pt x="63038" y="978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8" name="手繪多邊形: 圖案 337">
            <a:extLst>
              <a:ext uri="{FF2B5EF4-FFF2-40B4-BE49-F238E27FC236}">
                <a16:creationId xmlns:a16="http://schemas.microsoft.com/office/drawing/2014/main" id="{FE043EAF-98D4-4057-B958-85AD73003EEE}"/>
              </a:ext>
            </a:extLst>
          </p:cNvPr>
          <p:cNvSpPr/>
          <p:nvPr/>
        </p:nvSpPr>
        <p:spPr>
          <a:xfrm>
            <a:off x="6649719" y="2310613"/>
            <a:ext cx="209527" cy="43536"/>
          </a:xfrm>
          <a:custGeom>
            <a:avLst/>
            <a:gdLst>
              <a:gd name="connsiteX0" fmla="*/ 0 w 209527"/>
              <a:gd name="connsiteY0" fmla="*/ 0 h 43536"/>
              <a:gd name="connsiteX1" fmla="*/ 35360 w 209527"/>
              <a:gd name="connsiteY1" fmla="*/ 5486 h 43536"/>
              <a:gd name="connsiteX2" fmla="*/ 209527 w 209527"/>
              <a:gd name="connsiteY2" fmla="*/ 43536 h 43536"/>
              <a:gd name="connsiteX3" fmla="*/ 0 w 209527"/>
              <a:gd name="connsiteY3" fmla="*/ 0 h 4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27" h="43536">
                <a:moveTo>
                  <a:pt x="0" y="0"/>
                </a:moveTo>
                <a:lnTo>
                  <a:pt x="35360" y="5486"/>
                </a:lnTo>
                <a:cubicBezTo>
                  <a:pt x="94048" y="16445"/>
                  <a:pt x="152122" y="29147"/>
                  <a:pt x="209527" y="43536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9" name="手繪多邊形: 圖案 338">
            <a:extLst>
              <a:ext uri="{FF2B5EF4-FFF2-40B4-BE49-F238E27FC236}">
                <a16:creationId xmlns:a16="http://schemas.microsoft.com/office/drawing/2014/main" id="{7B3DCEB0-41C8-4BDB-8751-98C07CD24BE4}"/>
              </a:ext>
            </a:extLst>
          </p:cNvPr>
          <p:cNvSpPr/>
          <p:nvPr/>
        </p:nvSpPr>
        <p:spPr>
          <a:xfrm>
            <a:off x="5424442" y="2310613"/>
            <a:ext cx="209506" cy="43532"/>
          </a:xfrm>
          <a:custGeom>
            <a:avLst/>
            <a:gdLst>
              <a:gd name="connsiteX0" fmla="*/ 209506 w 209506"/>
              <a:gd name="connsiteY0" fmla="*/ 0 h 43532"/>
              <a:gd name="connsiteX1" fmla="*/ 0 w 209506"/>
              <a:gd name="connsiteY1" fmla="*/ 43532 h 43532"/>
              <a:gd name="connsiteX2" fmla="*/ 174146 w 209506"/>
              <a:gd name="connsiteY2" fmla="*/ 5486 h 43532"/>
              <a:gd name="connsiteX3" fmla="*/ 209506 w 209506"/>
              <a:gd name="connsiteY3" fmla="*/ 0 h 43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6" h="43532">
                <a:moveTo>
                  <a:pt x="209506" y="0"/>
                </a:moveTo>
                <a:lnTo>
                  <a:pt x="0" y="43532"/>
                </a:lnTo>
                <a:lnTo>
                  <a:pt x="174146" y="5486"/>
                </a:lnTo>
                <a:lnTo>
                  <a:pt x="20950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0" name="手繪多邊形: 圖案 339">
            <a:extLst>
              <a:ext uri="{FF2B5EF4-FFF2-40B4-BE49-F238E27FC236}">
                <a16:creationId xmlns:a16="http://schemas.microsoft.com/office/drawing/2014/main" id="{2FD3CC57-E4C9-4D00-A3A3-912B5E357FE2}"/>
              </a:ext>
            </a:extLst>
          </p:cNvPr>
          <p:cNvSpPr/>
          <p:nvPr/>
        </p:nvSpPr>
        <p:spPr>
          <a:xfrm>
            <a:off x="6859246" y="2354149"/>
            <a:ext cx="203505" cy="59830"/>
          </a:xfrm>
          <a:custGeom>
            <a:avLst/>
            <a:gdLst>
              <a:gd name="connsiteX0" fmla="*/ 0 w 203505"/>
              <a:gd name="connsiteY0" fmla="*/ 0 h 59830"/>
              <a:gd name="connsiteX1" fmla="*/ 170152 w 203505"/>
              <a:gd name="connsiteY1" fmla="*/ 48171 h 59830"/>
              <a:gd name="connsiteX2" fmla="*/ 203505 w 203505"/>
              <a:gd name="connsiteY2" fmla="*/ 59830 h 59830"/>
              <a:gd name="connsiteX3" fmla="*/ 0 w 203505"/>
              <a:gd name="connsiteY3" fmla="*/ 0 h 59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505" h="59830">
                <a:moveTo>
                  <a:pt x="0" y="0"/>
                </a:moveTo>
                <a:cubicBezTo>
                  <a:pt x="57405" y="14389"/>
                  <a:pt x="114141" y="30464"/>
                  <a:pt x="170152" y="48171"/>
                </a:cubicBezTo>
                <a:lnTo>
                  <a:pt x="203505" y="598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1" name="手繪多邊形: 圖案 340">
            <a:extLst>
              <a:ext uri="{FF2B5EF4-FFF2-40B4-BE49-F238E27FC236}">
                <a16:creationId xmlns:a16="http://schemas.microsoft.com/office/drawing/2014/main" id="{074A087C-19A1-4DA6-B806-9151C07D0F71}"/>
              </a:ext>
            </a:extLst>
          </p:cNvPr>
          <p:cNvSpPr/>
          <p:nvPr/>
        </p:nvSpPr>
        <p:spPr>
          <a:xfrm>
            <a:off x="5220923" y="2354158"/>
            <a:ext cx="203473" cy="59821"/>
          </a:xfrm>
          <a:custGeom>
            <a:avLst/>
            <a:gdLst>
              <a:gd name="connsiteX0" fmla="*/ 203473 w 203473"/>
              <a:gd name="connsiteY0" fmla="*/ 0 h 59821"/>
              <a:gd name="connsiteX1" fmla="*/ 0 w 203473"/>
              <a:gd name="connsiteY1" fmla="*/ 59821 h 59821"/>
              <a:gd name="connsiteX2" fmla="*/ 33348 w 203473"/>
              <a:gd name="connsiteY2" fmla="*/ 48163 h 59821"/>
              <a:gd name="connsiteX3" fmla="*/ 203473 w 203473"/>
              <a:gd name="connsiteY3" fmla="*/ 0 h 5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473" h="59821">
                <a:moveTo>
                  <a:pt x="203473" y="0"/>
                </a:moveTo>
                <a:lnTo>
                  <a:pt x="0" y="59821"/>
                </a:lnTo>
                <a:lnTo>
                  <a:pt x="33348" y="48163"/>
                </a:lnTo>
                <a:lnTo>
                  <a:pt x="20347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2" name="手繪多邊形: 圖案 341">
            <a:extLst>
              <a:ext uri="{FF2B5EF4-FFF2-40B4-BE49-F238E27FC236}">
                <a16:creationId xmlns:a16="http://schemas.microsoft.com/office/drawing/2014/main" id="{11164733-2FF7-4B01-BEC7-DA225912A898}"/>
              </a:ext>
            </a:extLst>
          </p:cNvPr>
          <p:cNvSpPr/>
          <p:nvPr/>
        </p:nvSpPr>
        <p:spPr>
          <a:xfrm>
            <a:off x="5161904" y="2413979"/>
            <a:ext cx="59019" cy="20631"/>
          </a:xfrm>
          <a:custGeom>
            <a:avLst/>
            <a:gdLst>
              <a:gd name="connsiteX0" fmla="*/ 59019 w 59019"/>
              <a:gd name="connsiteY0" fmla="*/ 0 h 20631"/>
              <a:gd name="connsiteX1" fmla="*/ 0 w 59019"/>
              <a:gd name="connsiteY1" fmla="*/ 20631 h 20631"/>
              <a:gd name="connsiteX2" fmla="*/ 36599 w 59019"/>
              <a:gd name="connsiteY2" fmla="*/ 6591 h 20631"/>
              <a:gd name="connsiteX3" fmla="*/ 59019 w 59019"/>
              <a:gd name="connsiteY3" fmla="*/ 0 h 20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19" h="20631">
                <a:moveTo>
                  <a:pt x="59019" y="0"/>
                </a:moveTo>
                <a:lnTo>
                  <a:pt x="0" y="20631"/>
                </a:lnTo>
                <a:lnTo>
                  <a:pt x="36599" y="6591"/>
                </a:lnTo>
                <a:lnTo>
                  <a:pt x="59019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3" name="手繪多邊形: 圖案 342">
            <a:extLst>
              <a:ext uri="{FF2B5EF4-FFF2-40B4-BE49-F238E27FC236}">
                <a16:creationId xmlns:a16="http://schemas.microsoft.com/office/drawing/2014/main" id="{C1A91E44-3CFA-4C7B-B8D8-AE0A2C871AFA}"/>
              </a:ext>
            </a:extLst>
          </p:cNvPr>
          <p:cNvSpPr/>
          <p:nvPr/>
        </p:nvSpPr>
        <p:spPr>
          <a:xfrm>
            <a:off x="7062751" y="2413979"/>
            <a:ext cx="59009" cy="20628"/>
          </a:xfrm>
          <a:custGeom>
            <a:avLst/>
            <a:gdLst>
              <a:gd name="connsiteX0" fmla="*/ 0 w 59009"/>
              <a:gd name="connsiteY0" fmla="*/ 0 h 20628"/>
              <a:gd name="connsiteX1" fmla="*/ 22414 w 59009"/>
              <a:gd name="connsiteY1" fmla="*/ 6590 h 20628"/>
              <a:gd name="connsiteX2" fmla="*/ 59009 w 59009"/>
              <a:gd name="connsiteY2" fmla="*/ 20628 h 20628"/>
              <a:gd name="connsiteX3" fmla="*/ 0 w 59009"/>
              <a:gd name="connsiteY3" fmla="*/ 0 h 20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09" h="20628">
                <a:moveTo>
                  <a:pt x="0" y="0"/>
                </a:moveTo>
                <a:lnTo>
                  <a:pt x="22414" y="6590"/>
                </a:lnTo>
                <a:lnTo>
                  <a:pt x="59009" y="206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4" name="手繪多邊形: 圖案 343">
            <a:extLst>
              <a:ext uri="{FF2B5EF4-FFF2-40B4-BE49-F238E27FC236}">
                <a16:creationId xmlns:a16="http://schemas.microsoft.com/office/drawing/2014/main" id="{3FE42593-AABE-475D-A40A-B888EE8C5FE5}"/>
              </a:ext>
            </a:extLst>
          </p:cNvPr>
          <p:cNvSpPr/>
          <p:nvPr/>
        </p:nvSpPr>
        <p:spPr>
          <a:xfrm>
            <a:off x="7121759" y="2434607"/>
            <a:ext cx="145286" cy="55734"/>
          </a:xfrm>
          <a:custGeom>
            <a:avLst/>
            <a:gdLst>
              <a:gd name="connsiteX0" fmla="*/ 0 w 145286"/>
              <a:gd name="connsiteY0" fmla="*/ 0 h 55734"/>
              <a:gd name="connsiteX1" fmla="*/ 73440 w 145286"/>
              <a:gd name="connsiteY1" fmla="*/ 25673 h 55734"/>
              <a:gd name="connsiteX2" fmla="*/ 145286 w 145286"/>
              <a:gd name="connsiteY2" fmla="*/ 55734 h 55734"/>
              <a:gd name="connsiteX3" fmla="*/ 0 w 145286"/>
              <a:gd name="connsiteY3" fmla="*/ 0 h 5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86" h="55734">
                <a:moveTo>
                  <a:pt x="0" y="0"/>
                </a:moveTo>
                <a:lnTo>
                  <a:pt x="73440" y="25673"/>
                </a:lnTo>
                <a:lnTo>
                  <a:pt x="145286" y="557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5" name="手繪多邊形: 圖案 344">
            <a:extLst>
              <a:ext uri="{FF2B5EF4-FFF2-40B4-BE49-F238E27FC236}">
                <a16:creationId xmlns:a16="http://schemas.microsoft.com/office/drawing/2014/main" id="{1F28E205-AB98-4E2D-9ED2-07E2B1FD096E}"/>
              </a:ext>
            </a:extLst>
          </p:cNvPr>
          <p:cNvSpPr/>
          <p:nvPr/>
        </p:nvSpPr>
        <p:spPr>
          <a:xfrm>
            <a:off x="5016623" y="2434609"/>
            <a:ext cx="145281" cy="55732"/>
          </a:xfrm>
          <a:custGeom>
            <a:avLst/>
            <a:gdLst>
              <a:gd name="connsiteX0" fmla="*/ 145281 w 145281"/>
              <a:gd name="connsiteY0" fmla="*/ 0 h 55732"/>
              <a:gd name="connsiteX1" fmla="*/ 0 w 145281"/>
              <a:gd name="connsiteY1" fmla="*/ 55732 h 55732"/>
              <a:gd name="connsiteX2" fmla="*/ 71845 w 145281"/>
              <a:gd name="connsiteY2" fmla="*/ 25671 h 55732"/>
              <a:gd name="connsiteX3" fmla="*/ 145281 w 145281"/>
              <a:gd name="connsiteY3" fmla="*/ 0 h 55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81" h="55732">
                <a:moveTo>
                  <a:pt x="145281" y="0"/>
                </a:moveTo>
                <a:lnTo>
                  <a:pt x="0" y="55732"/>
                </a:lnTo>
                <a:lnTo>
                  <a:pt x="71845" y="25671"/>
                </a:lnTo>
                <a:lnTo>
                  <a:pt x="145281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6" name="手繪多邊形: 圖案 345">
            <a:extLst>
              <a:ext uri="{FF2B5EF4-FFF2-40B4-BE49-F238E27FC236}">
                <a16:creationId xmlns:a16="http://schemas.microsoft.com/office/drawing/2014/main" id="{132685C0-B5E4-4391-8C2E-CA68BF05F376}"/>
              </a:ext>
            </a:extLst>
          </p:cNvPr>
          <p:cNvSpPr/>
          <p:nvPr/>
        </p:nvSpPr>
        <p:spPr>
          <a:xfrm>
            <a:off x="4959440" y="2490341"/>
            <a:ext cx="57183" cy="23926"/>
          </a:xfrm>
          <a:custGeom>
            <a:avLst/>
            <a:gdLst>
              <a:gd name="connsiteX0" fmla="*/ 57183 w 57183"/>
              <a:gd name="connsiteY0" fmla="*/ 0 h 23926"/>
              <a:gd name="connsiteX1" fmla="*/ 0 w 57183"/>
              <a:gd name="connsiteY1" fmla="*/ 23926 h 23926"/>
              <a:gd name="connsiteX2" fmla="*/ 21075 w 57183"/>
              <a:gd name="connsiteY2" fmla="*/ 13851 h 23926"/>
              <a:gd name="connsiteX3" fmla="*/ 57183 w 57183"/>
              <a:gd name="connsiteY3" fmla="*/ 0 h 23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83" h="23926">
                <a:moveTo>
                  <a:pt x="57183" y="0"/>
                </a:moveTo>
                <a:lnTo>
                  <a:pt x="0" y="23926"/>
                </a:lnTo>
                <a:lnTo>
                  <a:pt x="21075" y="13851"/>
                </a:lnTo>
                <a:lnTo>
                  <a:pt x="5718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7" name="手繪多邊形: 圖案 346">
            <a:extLst>
              <a:ext uri="{FF2B5EF4-FFF2-40B4-BE49-F238E27FC236}">
                <a16:creationId xmlns:a16="http://schemas.microsoft.com/office/drawing/2014/main" id="{E8F2CF4C-DE19-4ED9-9A16-0202225D72DE}"/>
              </a:ext>
            </a:extLst>
          </p:cNvPr>
          <p:cNvSpPr/>
          <p:nvPr/>
        </p:nvSpPr>
        <p:spPr>
          <a:xfrm>
            <a:off x="7267045" y="2490341"/>
            <a:ext cx="57182" cy="23926"/>
          </a:xfrm>
          <a:custGeom>
            <a:avLst/>
            <a:gdLst>
              <a:gd name="connsiteX0" fmla="*/ 0 w 57182"/>
              <a:gd name="connsiteY0" fmla="*/ 0 h 23926"/>
              <a:gd name="connsiteX1" fmla="*/ 36107 w 57182"/>
              <a:gd name="connsiteY1" fmla="*/ 13851 h 23926"/>
              <a:gd name="connsiteX2" fmla="*/ 57182 w 57182"/>
              <a:gd name="connsiteY2" fmla="*/ 23926 h 23926"/>
              <a:gd name="connsiteX3" fmla="*/ 0 w 57182"/>
              <a:gd name="connsiteY3" fmla="*/ 0 h 23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82" h="23926">
                <a:moveTo>
                  <a:pt x="0" y="0"/>
                </a:moveTo>
                <a:lnTo>
                  <a:pt x="36107" y="13851"/>
                </a:lnTo>
                <a:lnTo>
                  <a:pt x="57182" y="239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8" name="手繪多邊形: 圖案 347">
            <a:extLst>
              <a:ext uri="{FF2B5EF4-FFF2-40B4-BE49-F238E27FC236}">
                <a16:creationId xmlns:a16="http://schemas.microsoft.com/office/drawing/2014/main" id="{431EB32F-B08C-4037-9212-73D5F9757381}"/>
              </a:ext>
            </a:extLst>
          </p:cNvPr>
          <p:cNvSpPr/>
          <p:nvPr/>
        </p:nvSpPr>
        <p:spPr>
          <a:xfrm>
            <a:off x="4771249" y="2514267"/>
            <a:ext cx="188190" cy="89958"/>
          </a:xfrm>
          <a:custGeom>
            <a:avLst/>
            <a:gdLst>
              <a:gd name="connsiteX0" fmla="*/ 188190 w 188190"/>
              <a:gd name="connsiteY0" fmla="*/ 0 h 89958"/>
              <a:gd name="connsiteX1" fmla="*/ 0 w 188190"/>
              <a:gd name="connsiteY1" fmla="*/ 89958 h 89958"/>
              <a:gd name="connsiteX2" fmla="*/ 156100 w 188190"/>
              <a:gd name="connsiteY2" fmla="*/ 13426 h 89958"/>
              <a:gd name="connsiteX3" fmla="*/ 188190 w 188190"/>
              <a:gd name="connsiteY3" fmla="*/ 0 h 8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190" h="89958">
                <a:moveTo>
                  <a:pt x="188190" y="0"/>
                </a:moveTo>
                <a:lnTo>
                  <a:pt x="0" y="89958"/>
                </a:lnTo>
                <a:cubicBezTo>
                  <a:pt x="51160" y="62965"/>
                  <a:pt x="103212" y="37436"/>
                  <a:pt x="156100" y="13426"/>
                </a:cubicBezTo>
                <a:lnTo>
                  <a:pt x="18819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9" name="手繪多邊形: 圖案 348">
            <a:extLst>
              <a:ext uri="{FF2B5EF4-FFF2-40B4-BE49-F238E27FC236}">
                <a16:creationId xmlns:a16="http://schemas.microsoft.com/office/drawing/2014/main" id="{8D9DCBF6-C9E5-4CA6-85D3-E87A20B7F64F}"/>
              </a:ext>
            </a:extLst>
          </p:cNvPr>
          <p:cNvSpPr/>
          <p:nvPr/>
        </p:nvSpPr>
        <p:spPr>
          <a:xfrm>
            <a:off x="7324227" y="2514267"/>
            <a:ext cx="188190" cy="89958"/>
          </a:xfrm>
          <a:custGeom>
            <a:avLst/>
            <a:gdLst>
              <a:gd name="connsiteX0" fmla="*/ 0 w 188190"/>
              <a:gd name="connsiteY0" fmla="*/ 0 h 89958"/>
              <a:gd name="connsiteX1" fmla="*/ 32090 w 188190"/>
              <a:gd name="connsiteY1" fmla="*/ 13426 h 89958"/>
              <a:gd name="connsiteX2" fmla="*/ 188190 w 188190"/>
              <a:gd name="connsiteY2" fmla="*/ 89958 h 89958"/>
              <a:gd name="connsiteX3" fmla="*/ 0 w 188190"/>
              <a:gd name="connsiteY3" fmla="*/ 0 h 89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190" h="89958">
                <a:moveTo>
                  <a:pt x="0" y="0"/>
                </a:moveTo>
                <a:lnTo>
                  <a:pt x="32090" y="13426"/>
                </a:lnTo>
                <a:cubicBezTo>
                  <a:pt x="84979" y="37436"/>
                  <a:pt x="137031" y="62965"/>
                  <a:pt x="188190" y="89958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0" name="手繪多邊形: 圖案 349">
            <a:extLst>
              <a:ext uri="{FF2B5EF4-FFF2-40B4-BE49-F238E27FC236}">
                <a16:creationId xmlns:a16="http://schemas.microsoft.com/office/drawing/2014/main" id="{90BFC70E-CEB0-4F0A-9837-D286F1E769B7}"/>
              </a:ext>
            </a:extLst>
          </p:cNvPr>
          <p:cNvSpPr/>
          <p:nvPr/>
        </p:nvSpPr>
        <p:spPr>
          <a:xfrm>
            <a:off x="3294002" y="2604226"/>
            <a:ext cx="1622873" cy="2025897"/>
          </a:xfrm>
          <a:custGeom>
            <a:avLst/>
            <a:gdLst>
              <a:gd name="connsiteX0" fmla="*/ 1477248 w 1622873"/>
              <a:gd name="connsiteY0" fmla="*/ 0 h 2025897"/>
              <a:gd name="connsiteX1" fmla="*/ 1404746 w 1622873"/>
              <a:gd name="connsiteY1" fmla="*/ 41977 h 2025897"/>
              <a:gd name="connsiteX2" fmla="*/ 1622873 w 1622873"/>
              <a:gd name="connsiteY2" fmla="*/ 435585 h 2025897"/>
              <a:gd name="connsiteX3" fmla="*/ 1538774 w 1622873"/>
              <a:gd name="connsiteY3" fmla="*/ 484276 h 2025897"/>
              <a:gd name="connsiteX4" fmla="*/ 513176 w 1622873"/>
              <a:gd name="connsiteY4" fmla="*/ 1819626 h 2025897"/>
              <a:gd name="connsiteX5" fmla="*/ 460139 w 1622873"/>
              <a:gd name="connsiteY5" fmla="*/ 2025897 h 2025897"/>
              <a:gd name="connsiteX6" fmla="*/ 289135 w 1622873"/>
              <a:gd name="connsiteY6" fmla="*/ 1977337 h 2025897"/>
              <a:gd name="connsiteX7" fmla="*/ 0 w 1622873"/>
              <a:gd name="connsiteY7" fmla="*/ 1879505 h 2025897"/>
              <a:gd name="connsiteX8" fmla="*/ 38855 w 1622873"/>
              <a:gd name="connsiteY8" fmla="*/ 1728390 h 2025897"/>
              <a:gd name="connsiteX9" fmla="*/ 1477248 w 1622873"/>
              <a:gd name="connsiteY9" fmla="*/ 0 h 202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22873" h="2025897">
                <a:moveTo>
                  <a:pt x="1477248" y="0"/>
                </a:moveTo>
                <a:lnTo>
                  <a:pt x="1404746" y="41977"/>
                </a:lnTo>
                <a:lnTo>
                  <a:pt x="1622873" y="435585"/>
                </a:lnTo>
                <a:lnTo>
                  <a:pt x="1538774" y="484276"/>
                </a:lnTo>
                <a:cubicBezTo>
                  <a:pt x="1055075" y="790287"/>
                  <a:pt x="686617" y="1261996"/>
                  <a:pt x="513176" y="1819626"/>
                </a:cubicBezTo>
                <a:lnTo>
                  <a:pt x="460139" y="2025897"/>
                </a:lnTo>
                <a:lnTo>
                  <a:pt x="289135" y="1977337"/>
                </a:lnTo>
                <a:lnTo>
                  <a:pt x="0" y="1879505"/>
                </a:lnTo>
                <a:lnTo>
                  <a:pt x="38855" y="1728390"/>
                </a:lnTo>
                <a:cubicBezTo>
                  <a:pt x="271599" y="980095"/>
                  <a:pt x="795118" y="359909"/>
                  <a:pt x="1477248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1" name="手繪多邊形: 圖案 350">
            <a:extLst>
              <a:ext uri="{FF2B5EF4-FFF2-40B4-BE49-F238E27FC236}">
                <a16:creationId xmlns:a16="http://schemas.microsoft.com/office/drawing/2014/main" id="{3E3CFF9E-5CC0-402D-B423-70541753A2FD}"/>
              </a:ext>
            </a:extLst>
          </p:cNvPr>
          <p:cNvSpPr/>
          <p:nvPr/>
        </p:nvSpPr>
        <p:spPr>
          <a:xfrm>
            <a:off x="7512417" y="2604226"/>
            <a:ext cx="95720" cy="55419"/>
          </a:xfrm>
          <a:custGeom>
            <a:avLst/>
            <a:gdLst>
              <a:gd name="connsiteX0" fmla="*/ 0 w 95720"/>
              <a:gd name="connsiteY0" fmla="*/ 0 h 55419"/>
              <a:gd name="connsiteX1" fmla="*/ 95720 w 95720"/>
              <a:gd name="connsiteY1" fmla="*/ 55419 h 55419"/>
              <a:gd name="connsiteX2" fmla="*/ 95720 w 95720"/>
              <a:gd name="connsiteY2" fmla="*/ 55419 h 55419"/>
              <a:gd name="connsiteX3" fmla="*/ 0 w 95720"/>
              <a:gd name="connsiteY3" fmla="*/ 0 h 5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720" h="55419">
                <a:moveTo>
                  <a:pt x="0" y="0"/>
                </a:moveTo>
                <a:lnTo>
                  <a:pt x="95720" y="55419"/>
                </a:lnTo>
                <a:lnTo>
                  <a:pt x="95720" y="554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2" name="手繪多邊形: 圖案 351">
            <a:extLst>
              <a:ext uri="{FF2B5EF4-FFF2-40B4-BE49-F238E27FC236}">
                <a16:creationId xmlns:a16="http://schemas.microsoft.com/office/drawing/2014/main" id="{88A542B3-1AA1-452F-BD9A-63B6B5E05D46}"/>
              </a:ext>
            </a:extLst>
          </p:cNvPr>
          <p:cNvSpPr/>
          <p:nvPr/>
        </p:nvSpPr>
        <p:spPr>
          <a:xfrm>
            <a:off x="7385725" y="2659644"/>
            <a:ext cx="1602529" cy="1970478"/>
          </a:xfrm>
          <a:custGeom>
            <a:avLst/>
            <a:gdLst>
              <a:gd name="connsiteX0" fmla="*/ 222413 w 1602529"/>
              <a:gd name="connsiteY0" fmla="*/ 0 h 1970478"/>
              <a:gd name="connsiteX1" fmla="*/ 326442 w 1602529"/>
              <a:gd name="connsiteY1" fmla="*/ 60230 h 1970478"/>
              <a:gd name="connsiteX2" fmla="*/ 1565086 w 1602529"/>
              <a:gd name="connsiteY2" fmla="*/ 1672971 h 1970478"/>
              <a:gd name="connsiteX3" fmla="*/ 1602529 w 1602529"/>
              <a:gd name="connsiteY3" fmla="*/ 1818593 h 1970478"/>
              <a:gd name="connsiteX4" fmla="*/ 1297162 w 1602529"/>
              <a:gd name="connsiteY4" fmla="*/ 1921918 h 1970478"/>
              <a:gd name="connsiteX5" fmla="*/ 1126158 w 1602529"/>
              <a:gd name="connsiteY5" fmla="*/ 1970478 h 1970478"/>
              <a:gd name="connsiteX6" fmla="*/ 1073121 w 1602529"/>
              <a:gd name="connsiteY6" fmla="*/ 1764207 h 1970478"/>
              <a:gd name="connsiteX7" fmla="*/ 47523 w 1602529"/>
              <a:gd name="connsiteY7" fmla="*/ 428857 h 1970478"/>
              <a:gd name="connsiteX8" fmla="*/ 0 w 1602529"/>
              <a:gd name="connsiteY8" fmla="*/ 401342 h 1970478"/>
              <a:gd name="connsiteX9" fmla="*/ 222413 w 1602529"/>
              <a:gd name="connsiteY9" fmla="*/ 0 h 1970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02529" h="1970478">
                <a:moveTo>
                  <a:pt x="222413" y="0"/>
                </a:moveTo>
                <a:lnTo>
                  <a:pt x="326442" y="60230"/>
                </a:lnTo>
                <a:cubicBezTo>
                  <a:pt x="910619" y="429809"/>
                  <a:pt x="1355616" y="999505"/>
                  <a:pt x="1565086" y="1672971"/>
                </a:cubicBezTo>
                <a:lnTo>
                  <a:pt x="1602529" y="1818593"/>
                </a:lnTo>
                <a:lnTo>
                  <a:pt x="1297162" y="1921918"/>
                </a:lnTo>
                <a:lnTo>
                  <a:pt x="1126158" y="1970478"/>
                </a:lnTo>
                <a:lnTo>
                  <a:pt x="1073121" y="1764207"/>
                </a:lnTo>
                <a:cubicBezTo>
                  <a:pt x="899681" y="1206577"/>
                  <a:pt x="531223" y="734868"/>
                  <a:pt x="47523" y="428857"/>
                </a:cubicBezTo>
                <a:lnTo>
                  <a:pt x="0" y="401342"/>
                </a:lnTo>
                <a:lnTo>
                  <a:pt x="22241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3" name="手繪多邊形: 圖案 352">
            <a:extLst>
              <a:ext uri="{FF2B5EF4-FFF2-40B4-BE49-F238E27FC236}">
                <a16:creationId xmlns:a16="http://schemas.microsoft.com/office/drawing/2014/main" id="{B4515E10-3376-4C5A-AEF8-2131C9FB26C9}"/>
              </a:ext>
            </a:extLst>
          </p:cNvPr>
          <p:cNvSpPr/>
          <p:nvPr/>
        </p:nvSpPr>
        <p:spPr>
          <a:xfrm>
            <a:off x="4916874" y="2712720"/>
            <a:ext cx="2468850" cy="762054"/>
          </a:xfrm>
          <a:custGeom>
            <a:avLst/>
            <a:gdLst>
              <a:gd name="connsiteX0" fmla="*/ 1216137 w 2468850"/>
              <a:gd name="connsiteY0" fmla="*/ 0 h 762054"/>
              <a:gd name="connsiteX1" fmla="*/ 1398894 w 2468850"/>
              <a:gd name="connsiteY1" fmla="*/ 7502 h 762054"/>
              <a:gd name="connsiteX2" fmla="*/ 1452314 w 2468850"/>
              <a:gd name="connsiteY2" fmla="*/ 12455 h 762054"/>
              <a:gd name="connsiteX3" fmla="*/ 1584470 w 2468850"/>
              <a:gd name="connsiteY3" fmla="*/ 28815 h 762054"/>
              <a:gd name="connsiteX4" fmla="*/ 1636674 w 2468850"/>
              <a:gd name="connsiteY4" fmla="*/ 36915 h 762054"/>
              <a:gd name="connsiteX5" fmla="*/ 1810154 w 2468850"/>
              <a:gd name="connsiteY5" fmla="*/ 72960 h 762054"/>
              <a:gd name="connsiteX6" fmla="*/ 1978665 w 2468850"/>
              <a:gd name="connsiteY6" fmla="*/ 122503 h 762054"/>
              <a:gd name="connsiteX7" fmla="*/ 2027503 w 2468850"/>
              <a:gd name="connsiteY7" fmla="*/ 139575 h 762054"/>
              <a:gd name="connsiteX8" fmla="*/ 2147815 w 2468850"/>
              <a:gd name="connsiteY8" fmla="*/ 185728 h 762054"/>
              <a:gd name="connsiteX9" fmla="*/ 2195162 w 2468850"/>
              <a:gd name="connsiteY9" fmla="*/ 205538 h 762054"/>
              <a:gd name="connsiteX10" fmla="*/ 2350982 w 2468850"/>
              <a:gd name="connsiteY10" fmla="*/ 280023 h 762054"/>
              <a:gd name="connsiteX11" fmla="*/ 2468850 w 2468850"/>
              <a:gd name="connsiteY11" fmla="*/ 348266 h 762054"/>
              <a:gd name="connsiteX12" fmla="*/ 2239540 w 2468850"/>
              <a:gd name="connsiteY12" fmla="*/ 762054 h 762054"/>
              <a:gd name="connsiteX13" fmla="*/ 2160669 w 2468850"/>
              <a:gd name="connsiteY13" fmla="*/ 716390 h 762054"/>
              <a:gd name="connsiteX14" fmla="*/ 1216137 w 2468850"/>
              <a:gd name="connsiteY14" fmla="*/ 483326 h 762054"/>
              <a:gd name="connsiteX15" fmla="*/ 271605 w 2468850"/>
              <a:gd name="connsiteY15" fmla="*/ 716390 h 762054"/>
              <a:gd name="connsiteX16" fmla="*/ 229310 w 2468850"/>
              <a:gd name="connsiteY16" fmla="*/ 740878 h 762054"/>
              <a:gd name="connsiteX17" fmla="*/ 0 w 2468850"/>
              <a:gd name="connsiteY17" fmla="*/ 327090 h 762054"/>
              <a:gd name="connsiteX18" fmla="*/ 81293 w 2468850"/>
              <a:gd name="connsiteY18" fmla="*/ 280023 h 762054"/>
              <a:gd name="connsiteX19" fmla="*/ 237106 w 2468850"/>
              <a:gd name="connsiteY19" fmla="*/ 205541 h 762054"/>
              <a:gd name="connsiteX20" fmla="*/ 284469 w 2468850"/>
              <a:gd name="connsiteY20" fmla="*/ 185724 h 762054"/>
              <a:gd name="connsiteX21" fmla="*/ 404775 w 2468850"/>
              <a:gd name="connsiteY21" fmla="*/ 139574 h 762054"/>
              <a:gd name="connsiteX22" fmla="*/ 453606 w 2468850"/>
              <a:gd name="connsiteY22" fmla="*/ 122504 h 762054"/>
              <a:gd name="connsiteX23" fmla="*/ 622120 w 2468850"/>
              <a:gd name="connsiteY23" fmla="*/ 72960 h 762054"/>
              <a:gd name="connsiteX24" fmla="*/ 795600 w 2468850"/>
              <a:gd name="connsiteY24" fmla="*/ 36915 h 762054"/>
              <a:gd name="connsiteX25" fmla="*/ 847805 w 2468850"/>
              <a:gd name="connsiteY25" fmla="*/ 28815 h 762054"/>
              <a:gd name="connsiteX26" fmla="*/ 979961 w 2468850"/>
              <a:gd name="connsiteY26" fmla="*/ 12455 h 762054"/>
              <a:gd name="connsiteX27" fmla="*/ 1033380 w 2468850"/>
              <a:gd name="connsiteY27" fmla="*/ 7502 h 762054"/>
              <a:gd name="connsiteX28" fmla="*/ 1216137 w 2468850"/>
              <a:gd name="connsiteY28" fmla="*/ 0 h 76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468850" h="762054">
                <a:moveTo>
                  <a:pt x="1216137" y="0"/>
                </a:moveTo>
                <a:lnTo>
                  <a:pt x="1398894" y="7502"/>
                </a:lnTo>
                <a:lnTo>
                  <a:pt x="1452314" y="12455"/>
                </a:lnTo>
                <a:lnTo>
                  <a:pt x="1584470" y="28815"/>
                </a:lnTo>
                <a:lnTo>
                  <a:pt x="1636674" y="36915"/>
                </a:lnTo>
                <a:lnTo>
                  <a:pt x="1810154" y="72960"/>
                </a:lnTo>
                <a:lnTo>
                  <a:pt x="1978665" y="122503"/>
                </a:lnTo>
                <a:lnTo>
                  <a:pt x="2027503" y="139575"/>
                </a:lnTo>
                <a:lnTo>
                  <a:pt x="2147815" y="185728"/>
                </a:lnTo>
                <a:lnTo>
                  <a:pt x="2195162" y="205538"/>
                </a:lnTo>
                <a:lnTo>
                  <a:pt x="2350982" y="280023"/>
                </a:lnTo>
                <a:lnTo>
                  <a:pt x="2468850" y="348266"/>
                </a:lnTo>
                <a:lnTo>
                  <a:pt x="2239540" y="762054"/>
                </a:lnTo>
                <a:lnTo>
                  <a:pt x="2160669" y="716390"/>
                </a:lnTo>
                <a:cubicBezTo>
                  <a:pt x="1878618" y="567572"/>
                  <a:pt x="1557216" y="483326"/>
                  <a:pt x="1216137" y="483326"/>
                </a:cubicBezTo>
                <a:cubicBezTo>
                  <a:pt x="875059" y="483326"/>
                  <a:pt x="553657" y="567572"/>
                  <a:pt x="271605" y="716390"/>
                </a:cubicBezTo>
                <a:lnTo>
                  <a:pt x="229310" y="740878"/>
                </a:lnTo>
                <a:lnTo>
                  <a:pt x="0" y="327090"/>
                </a:lnTo>
                <a:lnTo>
                  <a:pt x="81293" y="280023"/>
                </a:lnTo>
                <a:lnTo>
                  <a:pt x="237106" y="205541"/>
                </a:lnTo>
                <a:lnTo>
                  <a:pt x="284469" y="185724"/>
                </a:lnTo>
                <a:lnTo>
                  <a:pt x="404775" y="139574"/>
                </a:lnTo>
                <a:lnTo>
                  <a:pt x="453606" y="122504"/>
                </a:lnTo>
                <a:lnTo>
                  <a:pt x="622120" y="72960"/>
                </a:lnTo>
                <a:lnTo>
                  <a:pt x="795600" y="36915"/>
                </a:lnTo>
                <a:lnTo>
                  <a:pt x="847805" y="28815"/>
                </a:lnTo>
                <a:lnTo>
                  <a:pt x="979961" y="12455"/>
                </a:lnTo>
                <a:lnTo>
                  <a:pt x="1033380" y="7502"/>
                </a:lnTo>
                <a:lnTo>
                  <a:pt x="121613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4" name="手繪多邊形: 圖案 353">
            <a:extLst>
              <a:ext uri="{FF2B5EF4-FFF2-40B4-BE49-F238E27FC236}">
                <a16:creationId xmlns:a16="http://schemas.microsoft.com/office/drawing/2014/main" id="{D62F3518-5885-4994-80BD-584FD5EA3701}"/>
              </a:ext>
            </a:extLst>
          </p:cNvPr>
          <p:cNvSpPr/>
          <p:nvPr/>
        </p:nvSpPr>
        <p:spPr>
          <a:xfrm>
            <a:off x="6133012" y="2712720"/>
            <a:ext cx="182757" cy="7502"/>
          </a:xfrm>
          <a:custGeom>
            <a:avLst/>
            <a:gdLst>
              <a:gd name="connsiteX0" fmla="*/ 0 w 182757"/>
              <a:gd name="connsiteY0" fmla="*/ 0 h 7502"/>
              <a:gd name="connsiteX1" fmla="*/ 152521 w 182757"/>
              <a:gd name="connsiteY1" fmla="*/ 4699 h 7502"/>
              <a:gd name="connsiteX2" fmla="*/ 182757 w 182757"/>
              <a:gd name="connsiteY2" fmla="*/ 7502 h 7502"/>
              <a:gd name="connsiteX3" fmla="*/ 0 w 182757"/>
              <a:gd name="connsiteY3" fmla="*/ 0 h 7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757" h="7502">
                <a:moveTo>
                  <a:pt x="0" y="0"/>
                </a:moveTo>
                <a:cubicBezTo>
                  <a:pt x="51225" y="0"/>
                  <a:pt x="102081" y="1582"/>
                  <a:pt x="152521" y="4699"/>
                </a:cubicBezTo>
                <a:lnTo>
                  <a:pt x="182757" y="75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5" name="手繪多邊形: 圖案 354">
            <a:extLst>
              <a:ext uri="{FF2B5EF4-FFF2-40B4-BE49-F238E27FC236}">
                <a16:creationId xmlns:a16="http://schemas.microsoft.com/office/drawing/2014/main" id="{0624270C-FAC4-4BAF-BC93-9AE2F692AEF6}"/>
              </a:ext>
            </a:extLst>
          </p:cNvPr>
          <p:cNvSpPr/>
          <p:nvPr/>
        </p:nvSpPr>
        <p:spPr>
          <a:xfrm>
            <a:off x="5950255" y="2712720"/>
            <a:ext cx="182757" cy="7502"/>
          </a:xfrm>
          <a:custGeom>
            <a:avLst/>
            <a:gdLst>
              <a:gd name="connsiteX0" fmla="*/ 182757 w 182757"/>
              <a:gd name="connsiteY0" fmla="*/ 0 h 7502"/>
              <a:gd name="connsiteX1" fmla="*/ 0 w 182757"/>
              <a:gd name="connsiteY1" fmla="*/ 7502 h 7502"/>
              <a:gd name="connsiteX2" fmla="*/ 30236 w 182757"/>
              <a:gd name="connsiteY2" fmla="*/ 4699 h 7502"/>
              <a:gd name="connsiteX3" fmla="*/ 182757 w 182757"/>
              <a:gd name="connsiteY3" fmla="*/ 0 h 7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757" h="7502">
                <a:moveTo>
                  <a:pt x="182757" y="0"/>
                </a:moveTo>
                <a:lnTo>
                  <a:pt x="0" y="7502"/>
                </a:lnTo>
                <a:lnTo>
                  <a:pt x="30236" y="4699"/>
                </a:lnTo>
                <a:cubicBezTo>
                  <a:pt x="80676" y="1582"/>
                  <a:pt x="131532" y="0"/>
                  <a:pt x="182757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手繪多邊形: 圖案 355">
            <a:extLst>
              <a:ext uri="{FF2B5EF4-FFF2-40B4-BE49-F238E27FC236}">
                <a16:creationId xmlns:a16="http://schemas.microsoft.com/office/drawing/2014/main" id="{F27F82B9-DCB8-4B8F-8C35-C63CC5AD6E06}"/>
              </a:ext>
            </a:extLst>
          </p:cNvPr>
          <p:cNvSpPr/>
          <p:nvPr/>
        </p:nvSpPr>
        <p:spPr>
          <a:xfrm>
            <a:off x="5896836" y="2720223"/>
            <a:ext cx="53419" cy="4953"/>
          </a:xfrm>
          <a:custGeom>
            <a:avLst/>
            <a:gdLst>
              <a:gd name="connsiteX0" fmla="*/ 53419 w 53419"/>
              <a:gd name="connsiteY0" fmla="*/ 0 h 4953"/>
              <a:gd name="connsiteX1" fmla="*/ 0 w 53419"/>
              <a:gd name="connsiteY1" fmla="*/ 4953 h 4953"/>
              <a:gd name="connsiteX2" fmla="*/ 33355 w 53419"/>
              <a:gd name="connsiteY2" fmla="*/ 824 h 4953"/>
              <a:gd name="connsiteX3" fmla="*/ 53419 w 53419"/>
              <a:gd name="connsiteY3" fmla="*/ 0 h 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19" h="4953">
                <a:moveTo>
                  <a:pt x="53419" y="0"/>
                </a:moveTo>
                <a:lnTo>
                  <a:pt x="0" y="4953"/>
                </a:lnTo>
                <a:lnTo>
                  <a:pt x="33355" y="824"/>
                </a:lnTo>
                <a:lnTo>
                  <a:pt x="53419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7" name="手繪多邊形: 圖案 356">
            <a:extLst>
              <a:ext uri="{FF2B5EF4-FFF2-40B4-BE49-F238E27FC236}">
                <a16:creationId xmlns:a16="http://schemas.microsoft.com/office/drawing/2014/main" id="{F17B6E49-D108-47AB-8193-D07B03D31F4C}"/>
              </a:ext>
            </a:extLst>
          </p:cNvPr>
          <p:cNvSpPr/>
          <p:nvPr/>
        </p:nvSpPr>
        <p:spPr>
          <a:xfrm>
            <a:off x="6315768" y="2720223"/>
            <a:ext cx="53420" cy="4953"/>
          </a:xfrm>
          <a:custGeom>
            <a:avLst/>
            <a:gdLst>
              <a:gd name="connsiteX0" fmla="*/ 0 w 53420"/>
              <a:gd name="connsiteY0" fmla="*/ 0 h 4953"/>
              <a:gd name="connsiteX1" fmla="*/ 20064 w 53420"/>
              <a:gd name="connsiteY1" fmla="*/ 824 h 4953"/>
              <a:gd name="connsiteX2" fmla="*/ 53420 w 53420"/>
              <a:gd name="connsiteY2" fmla="*/ 4953 h 4953"/>
              <a:gd name="connsiteX3" fmla="*/ 0 w 53420"/>
              <a:gd name="connsiteY3" fmla="*/ 0 h 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20" h="4953">
                <a:moveTo>
                  <a:pt x="0" y="0"/>
                </a:moveTo>
                <a:lnTo>
                  <a:pt x="20064" y="824"/>
                </a:lnTo>
                <a:lnTo>
                  <a:pt x="53420" y="49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8" name="手繪多邊形: 圖案 357">
            <a:extLst>
              <a:ext uri="{FF2B5EF4-FFF2-40B4-BE49-F238E27FC236}">
                <a16:creationId xmlns:a16="http://schemas.microsoft.com/office/drawing/2014/main" id="{47122789-B64E-474D-826B-CB42D1FB92CC}"/>
              </a:ext>
            </a:extLst>
          </p:cNvPr>
          <p:cNvSpPr/>
          <p:nvPr/>
        </p:nvSpPr>
        <p:spPr>
          <a:xfrm>
            <a:off x="5764679" y="2725175"/>
            <a:ext cx="132156" cy="16360"/>
          </a:xfrm>
          <a:custGeom>
            <a:avLst/>
            <a:gdLst>
              <a:gd name="connsiteX0" fmla="*/ 132156 w 132156"/>
              <a:gd name="connsiteY0" fmla="*/ 0 h 16360"/>
              <a:gd name="connsiteX1" fmla="*/ 0 w 132156"/>
              <a:gd name="connsiteY1" fmla="*/ 16360 h 16360"/>
              <a:gd name="connsiteX2" fmla="*/ 65783 w 132156"/>
              <a:gd name="connsiteY2" fmla="*/ 6154 h 16360"/>
              <a:gd name="connsiteX3" fmla="*/ 132156 w 132156"/>
              <a:gd name="connsiteY3" fmla="*/ 0 h 1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156" h="16360">
                <a:moveTo>
                  <a:pt x="132156" y="0"/>
                </a:moveTo>
                <a:lnTo>
                  <a:pt x="0" y="16360"/>
                </a:lnTo>
                <a:lnTo>
                  <a:pt x="65783" y="6154"/>
                </a:lnTo>
                <a:lnTo>
                  <a:pt x="13215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9" name="手繪多邊形: 圖案 358">
            <a:extLst>
              <a:ext uri="{FF2B5EF4-FFF2-40B4-BE49-F238E27FC236}">
                <a16:creationId xmlns:a16="http://schemas.microsoft.com/office/drawing/2014/main" id="{CBDEE74E-9BDE-4F75-8133-460EC896D761}"/>
              </a:ext>
            </a:extLst>
          </p:cNvPr>
          <p:cNvSpPr/>
          <p:nvPr/>
        </p:nvSpPr>
        <p:spPr>
          <a:xfrm>
            <a:off x="6369188" y="2725175"/>
            <a:ext cx="132156" cy="16360"/>
          </a:xfrm>
          <a:custGeom>
            <a:avLst/>
            <a:gdLst>
              <a:gd name="connsiteX0" fmla="*/ 0 w 132156"/>
              <a:gd name="connsiteY0" fmla="*/ 0 h 16360"/>
              <a:gd name="connsiteX1" fmla="*/ 66372 w 132156"/>
              <a:gd name="connsiteY1" fmla="*/ 6154 h 16360"/>
              <a:gd name="connsiteX2" fmla="*/ 132156 w 132156"/>
              <a:gd name="connsiteY2" fmla="*/ 16360 h 16360"/>
              <a:gd name="connsiteX3" fmla="*/ 0 w 132156"/>
              <a:gd name="connsiteY3" fmla="*/ 0 h 1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156" h="16360">
                <a:moveTo>
                  <a:pt x="0" y="0"/>
                </a:moveTo>
                <a:lnTo>
                  <a:pt x="66372" y="6154"/>
                </a:lnTo>
                <a:lnTo>
                  <a:pt x="132156" y="163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0" name="手繪多邊形: 圖案 359">
            <a:extLst>
              <a:ext uri="{FF2B5EF4-FFF2-40B4-BE49-F238E27FC236}">
                <a16:creationId xmlns:a16="http://schemas.microsoft.com/office/drawing/2014/main" id="{3DE5D8BB-8726-4660-96C7-4D69367A14EB}"/>
              </a:ext>
            </a:extLst>
          </p:cNvPr>
          <p:cNvSpPr/>
          <p:nvPr/>
        </p:nvSpPr>
        <p:spPr>
          <a:xfrm>
            <a:off x="5712475" y="2741535"/>
            <a:ext cx="52205" cy="8100"/>
          </a:xfrm>
          <a:custGeom>
            <a:avLst/>
            <a:gdLst>
              <a:gd name="connsiteX0" fmla="*/ 52205 w 52205"/>
              <a:gd name="connsiteY0" fmla="*/ 0 h 8100"/>
              <a:gd name="connsiteX1" fmla="*/ 0 w 52205"/>
              <a:gd name="connsiteY1" fmla="*/ 8100 h 8100"/>
              <a:gd name="connsiteX2" fmla="*/ 19491 w 52205"/>
              <a:gd name="connsiteY2" fmla="*/ 4050 h 8100"/>
              <a:gd name="connsiteX3" fmla="*/ 52205 w 52205"/>
              <a:gd name="connsiteY3" fmla="*/ 0 h 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05" h="8100">
                <a:moveTo>
                  <a:pt x="52205" y="0"/>
                </a:moveTo>
                <a:lnTo>
                  <a:pt x="0" y="8100"/>
                </a:lnTo>
                <a:lnTo>
                  <a:pt x="19491" y="4050"/>
                </a:lnTo>
                <a:lnTo>
                  <a:pt x="52205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1" name="手繪多邊形: 圖案 360">
            <a:extLst>
              <a:ext uri="{FF2B5EF4-FFF2-40B4-BE49-F238E27FC236}">
                <a16:creationId xmlns:a16="http://schemas.microsoft.com/office/drawing/2014/main" id="{98E30A4D-06D3-4CAC-9E8B-1B0DBD5C5D4E}"/>
              </a:ext>
            </a:extLst>
          </p:cNvPr>
          <p:cNvSpPr/>
          <p:nvPr/>
        </p:nvSpPr>
        <p:spPr>
          <a:xfrm>
            <a:off x="6501344" y="2741535"/>
            <a:ext cx="52204" cy="8100"/>
          </a:xfrm>
          <a:custGeom>
            <a:avLst/>
            <a:gdLst>
              <a:gd name="connsiteX0" fmla="*/ 0 w 52204"/>
              <a:gd name="connsiteY0" fmla="*/ 0 h 8100"/>
              <a:gd name="connsiteX1" fmla="*/ 32713 w 52204"/>
              <a:gd name="connsiteY1" fmla="*/ 4050 h 8100"/>
              <a:gd name="connsiteX2" fmla="*/ 52204 w 52204"/>
              <a:gd name="connsiteY2" fmla="*/ 8100 h 8100"/>
              <a:gd name="connsiteX3" fmla="*/ 0 w 52204"/>
              <a:gd name="connsiteY3" fmla="*/ 0 h 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04" h="8100">
                <a:moveTo>
                  <a:pt x="0" y="0"/>
                </a:moveTo>
                <a:lnTo>
                  <a:pt x="32713" y="4050"/>
                </a:lnTo>
                <a:lnTo>
                  <a:pt x="52204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2" name="手繪多邊形: 圖案 361">
            <a:extLst>
              <a:ext uri="{FF2B5EF4-FFF2-40B4-BE49-F238E27FC236}">
                <a16:creationId xmlns:a16="http://schemas.microsoft.com/office/drawing/2014/main" id="{9F4411C5-4782-41FD-B720-FFA9D5EFBFA7}"/>
              </a:ext>
            </a:extLst>
          </p:cNvPr>
          <p:cNvSpPr/>
          <p:nvPr/>
        </p:nvSpPr>
        <p:spPr>
          <a:xfrm>
            <a:off x="5538994" y="2749636"/>
            <a:ext cx="173480" cy="36045"/>
          </a:xfrm>
          <a:custGeom>
            <a:avLst/>
            <a:gdLst>
              <a:gd name="connsiteX0" fmla="*/ 173480 w 173480"/>
              <a:gd name="connsiteY0" fmla="*/ 0 h 36045"/>
              <a:gd name="connsiteX1" fmla="*/ 0 w 173480"/>
              <a:gd name="connsiteY1" fmla="*/ 36045 h 36045"/>
              <a:gd name="connsiteX2" fmla="*/ 144210 w 173480"/>
              <a:gd name="connsiteY2" fmla="*/ 4541 h 36045"/>
              <a:gd name="connsiteX3" fmla="*/ 173480 w 173480"/>
              <a:gd name="connsiteY3" fmla="*/ 0 h 3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80" h="36045">
                <a:moveTo>
                  <a:pt x="173480" y="0"/>
                </a:moveTo>
                <a:lnTo>
                  <a:pt x="0" y="36045"/>
                </a:lnTo>
                <a:cubicBezTo>
                  <a:pt x="47532" y="24132"/>
                  <a:pt x="95617" y="13615"/>
                  <a:pt x="144210" y="4541"/>
                </a:cubicBezTo>
                <a:lnTo>
                  <a:pt x="17348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3" name="手繪多邊形: 圖案 362">
            <a:extLst>
              <a:ext uri="{FF2B5EF4-FFF2-40B4-BE49-F238E27FC236}">
                <a16:creationId xmlns:a16="http://schemas.microsoft.com/office/drawing/2014/main" id="{32A82659-1DC7-466D-B3DB-6E296AF1A219}"/>
              </a:ext>
            </a:extLst>
          </p:cNvPr>
          <p:cNvSpPr/>
          <p:nvPr/>
        </p:nvSpPr>
        <p:spPr>
          <a:xfrm>
            <a:off x="6553549" y="2749635"/>
            <a:ext cx="341991" cy="85588"/>
          </a:xfrm>
          <a:custGeom>
            <a:avLst/>
            <a:gdLst>
              <a:gd name="connsiteX0" fmla="*/ 0 w 341991"/>
              <a:gd name="connsiteY0" fmla="*/ 0 h 85588"/>
              <a:gd name="connsiteX1" fmla="*/ 29270 w 341991"/>
              <a:gd name="connsiteY1" fmla="*/ 4541 h 85588"/>
              <a:gd name="connsiteX2" fmla="*/ 314366 w 341991"/>
              <a:gd name="connsiteY2" fmla="*/ 75931 h 85588"/>
              <a:gd name="connsiteX3" fmla="*/ 341991 w 341991"/>
              <a:gd name="connsiteY3" fmla="*/ 85588 h 85588"/>
              <a:gd name="connsiteX4" fmla="*/ 173480 w 341991"/>
              <a:gd name="connsiteY4" fmla="*/ 36045 h 85588"/>
              <a:gd name="connsiteX5" fmla="*/ 0 w 341991"/>
              <a:gd name="connsiteY5" fmla="*/ 0 h 8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1991" h="85588">
                <a:moveTo>
                  <a:pt x="0" y="0"/>
                </a:moveTo>
                <a:lnTo>
                  <a:pt x="29270" y="4541"/>
                </a:lnTo>
                <a:cubicBezTo>
                  <a:pt x="126457" y="22689"/>
                  <a:pt x="221612" y="46609"/>
                  <a:pt x="314366" y="75931"/>
                </a:cubicBezTo>
                <a:lnTo>
                  <a:pt x="341991" y="85588"/>
                </a:lnTo>
                <a:lnTo>
                  <a:pt x="173480" y="360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4" name="手繪多邊形: 圖案 363">
            <a:extLst>
              <a:ext uri="{FF2B5EF4-FFF2-40B4-BE49-F238E27FC236}">
                <a16:creationId xmlns:a16="http://schemas.microsoft.com/office/drawing/2014/main" id="{1D6EA416-C0E5-4DDC-9AAC-9C10328587E3}"/>
              </a:ext>
            </a:extLst>
          </p:cNvPr>
          <p:cNvSpPr/>
          <p:nvPr/>
        </p:nvSpPr>
        <p:spPr>
          <a:xfrm>
            <a:off x="5370480" y="2785680"/>
            <a:ext cx="168514" cy="49544"/>
          </a:xfrm>
          <a:custGeom>
            <a:avLst/>
            <a:gdLst>
              <a:gd name="connsiteX0" fmla="*/ 168514 w 168514"/>
              <a:gd name="connsiteY0" fmla="*/ 0 h 49544"/>
              <a:gd name="connsiteX1" fmla="*/ 0 w 168514"/>
              <a:gd name="connsiteY1" fmla="*/ 49544 h 49544"/>
              <a:gd name="connsiteX2" fmla="*/ 27628 w 168514"/>
              <a:gd name="connsiteY2" fmla="*/ 39886 h 49544"/>
              <a:gd name="connsiteX3" fmla="*/ 168514 w 168514"/>
              <a:gd name="connsiteY3" fmla="*/ 0 h 4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514" h="49544">
                <a:moveTo>
                  <a:pt x="168514" y="0"/>
                </a:moveTo>
                <a:lnTo>
                  <a:pt x="0" y="49544"/>
                </a:lnTo>
                <a:lnTo>
                  <a:pt x="27628" y="39886"/>
                </a:lnTo>
                <a:cubicBezTo>
                  <a:pt x="74006" y="25225"/>
                  <a:pt x="120983" y="11914"/>
                  <a:pt x="168514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5" name="手繪多邊形: 圖案 364">
            <a:extLst>
              <a:ext uri="{FF2B5EF4-FFF2-40B4-BE49-F238E27FC236}">
                <a16:creationId xmlns:a16="http://schemas.microsoft.com/office/drawing/2014/main" id="{2F09229A-D8AE-4A9E-BDA7-E039DF4FFFD5}"/>
              </a:ext>
            </a:extLst>
          </p:cNvPr>
          <p:cNvSpPr/>
          <p:nvPr/>
        </p:nvSpPr>
        <p:spPr>
          <a:xfrm>
            <a:off x="6895539" y="2835223"/>
            <a:ext cx="48838" cy="17072"/>
          </a:xfrm>
          <a:custGeom>
            <a:avLst/>
            <a:gdLst>
              <a:gd name="connsiteX0" fmla="*/ 0 w 48838"/>
              <a:gd name="connsiteY0" fmla="*/ 0 h 17072"/>
              <a:gd name="connsiteX1" fmla="*/ 18551 w 48838"/>
              <a:gd name="connsiteY1" fmla="*/ 5454 h 17072"/>
              <a:gd name="connsiteX2" fmla="*/ 48838 w 48838"/>
              <a:gd name="connsiteY2" fmla="*/ 17072 h 17072"/>
              <a:gd name="connsiteX3" fmla="*/ 0 w 48838"/>
              <a:gd name="connsiteY3" fmla="*/ 0 h 1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38" h="17072">
                <a:moveTo>
                  <a:pt x="0" y="0"/>
                </a:moveTo>
                <a:lnTo>
                  <a:pt x="18551" y="5454"/>
                </a:lnTo>
                <a:lnTo>
                  <a:pt x="48838" y="170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6" name="手繪多邊形: 圖案 365">
            <a:extLst>
              <a:ext uri="{FF2B5EF4-FFF2-40B4-BE49-F238E27FC236}">
                <a16:creationId xmlns:a16="http://schemas.microsoft.com/office/drawing/2014/main" id="{FA29FB79-B3A1-4C20-BCEA-15A1F2853246}"/>
              </a:ext>
            </a:extLst>
          </p:cNvPr>
          <p:cNvSpPr/>
          <p:nvPr/>
        </p:nvSpPr>
        <p:spPr>
          <a:xfrm>
            <a:off x="5321650" y="2835224"/>
            <a:ext cx="48831" cy="17070"/>
          </a:xfrm>
          <a:custGeom>
            <a:avLst/>
            <a:gdLst>
              <a:gd name="connsiteX0" fmla="*/ 48831 w 48831"/>
              <a:gd name="connsiteY0" fmla="*/ 0 h 17070"/>
              <a:gd name="connsiteX1" fmla="*/ 0 w 48831"/>
              <a:gd name="connsiteY1" fmla="*/ 17070 h 17070"/>
              <a:gd name="connsiteX2" fmla="*/ 30284 w 48831"/>
              <a:gd name="connsiteY2" fmla="*/ 5453 h 17070"/>
              <a:gd name="connsiteX3" fmla="*/ 48831 w 48831"/>
              <a:gd name="connsiteY3" fmla="*/ 0 h 1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31" h="17070">
                <a:moveTo>
                  <a:pt x="48831" y="0"/>
                </a:moveTo>
                <a:lnTo>
                  <a:pt x="0" y="17070"/>
                </a:lnTo>
                <a:lnTo>
                  <a:pt x="30284" y="5453"/>
                </a:lnTo>
                <a:lnTo>
                  <a:pt x="48831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7" name="手繪多邊形: 圖案 366">
            <a:extLst>
              <a:ext uri="{FF2B5EF4-FFF2-40B4-BE49-F238E27FC236}">
                <a16:creationId xmlns:a16="http://schemas.microsoft.com/office/drawing/2014/main" id="{1B3D29E2-68A7-4B42-8F47-45DCCF46917D}"/>
              </a:ext>
            </a:extLst>
          </p:cNvPr>
          <p:cNvSpPr/>
          <p:nvPr/>
        </p:nvSpPr>
        <p:spPr>
          <a:xfrm>
            <a:off x="5201343" y="2852294"/>
            <a:ext cx="120306" cy="46150"/>
          </a:xfrm>
          <a:custGeom>
            <a:avLst/>
            <a:gdLst>
              <a:gd name="connsiteX0" fmla="*/ 120306 w 120306"/>
              <a:gd name="connsiteY0" fmla="*/ 0 h 46150"/>
              <a:gd name="connsiteX1" fmla="*/ 0 w 120306"/>
              <a:gd name="connsiteY1" fmla="*/ 46150 h 46150"/>
              <a:gd name="connsiteX2" fmla="*/ 59481 w 120306"/>
              <a:gd name="connsiteY2" fmla="*/ 21263 h 46150"/>
              <a:gd name="connsiteX3" fmla="*/ 120306 w 120306"/>
              <a:gd name="connsiteY3" fmla="*/ 0 h 4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306" h="46150">
                <a:moveTo>
                  <a:pt x="120306" y="0"/>
                </a:moveTo>
                <a:lnTo>
                  <a:pt x="0" y="46150"/>
                </a:lnTo>
                <a:lnTo>
                  <a:pt x="59481" y="21263"/>
                </a:lnTo>
                <a:lnTo>
                  <a:pt x="120306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8" name="手繪多邊形: 圖案 367">
            <a:extLst>
              <a:ext uri="{FF2B5EF4-FFF2-40B4-BE49-F238E27FC236}">
                <a16:creationId xmlns:a16="http://schemas.microsoft.com/office/drawing/2014/main" id="{75F8CFCD-1165-44D6-9F8D-573160E01F2E}"/>
              </a:ext>
            </a:extLst>
          </p:cNvPr>
          <p:cNvSpPr/>
          <p:nvPr/>
        </p:nvSpPr>
        <p:spPr>
          <a:xfrm>
            <a:off x="6944377" y="2852296"/>
            <a:ext cx="120312" cy="46153"/>
          </a:xfrm>
          <a:custGeom>
            <a:avLst/>
            <a:gdLst>
              <a:gd name="connsiteX0" fmla="*/ 0 w 120312"/>
              <a:gd name="connsiteY0" fmla="*/ 0 h 46153"/>
              <a:gd name="connsiteX1" fmla="*/ 60822 w 120312"/>
              <a:gd name="connsiteY1" fmla="*/ 21262 h 46153"/>
              <a:gd name="connsiteX2" fmla="*/ 120312 w 120312"/>
              <a:gd name="connsiteY2" fmla="*/ 46153 h 46153"/>
              <a:gd name="connsiteX3" fmla="*/ 0 w 120312"/>
              <a:gd name="connsiteY3" fmla="*/ 0 h 46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312" h="46153">
                <a:moveTo>
                  <a:pt x="0" y="0"/>
                </a:moveTo>
                <a:lnTo>
                  <a:pt x="60822" y="21262"/>
                </a:lnTo>
                <a:lnTo>
                  <a:pt x="120312" y="461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9" name="手繪多邊形: 圖案 368">
            <a:extLst>
              <a:ext uri="{FF2B5EF4-FFF2-40B4-BE49-F238E27FC236}">
                <a16:creationId xmlns:a16="http://schemas.microsoft.com/office/drawing/2014/main" id="{786A303F-DF75-435F-9B3B-9FCC67D42E38}"/>
              </a:ext>
            </a:extLst>
          </p:cNvPr>
          <p:cNvSpPr/>
          <p:nvPr/>
        </p:nvSpPr>
        <p:spPr>
          <a:xfrm>
            <a:off x="5153981" y="2898445"/>
            <a:ext cx="47363" cy="19817"/>
          </a:xfrm>
          <a:custGeom>
            <a:avLst/>
            <a:gdLst>
              <a:gd name="connsiteX0" fmla="*/ 47363 w 47363"/>
              <a:gd name="connsiteY0" fmla="*/ 0 h 19817"/>
              <a:gd name="connsiteX1" fmla="*/ 0 w 47363"/>
              <a:gd name="connsiteY1" fmla="*/ 19817 h 19817"/>
              <a:gd name="connsiteX2" fmla="*/ 17458 w 47363"/>
              <a:gd name="connsiteY2" fmla="*/ 11472 h 19817"/>
              <a:gd name="connsiteX3" fmla="*/ 47363 w 47363"/>
              <a:gd name="connsiteY3" fmla="*/ 0 h 1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63" h="19817">
                <a:moveTo>
                  <a:pt x="47363" y="0"/>
                </a:moveTo>
                <a:lnTo>
                  <a:pt x="0" y="19817"/>
                </a:lnTo>
                <a:lnTo>
                  <a:pt x="17458" y="11472"/>
                </a:lnTo>
                <a:lnTo>
                  <a:pt x="4736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0" name="手繪多邊形: 圖案 369">
            <a:extLst>
              <a:ext uri="{FF2B5EF4-FFF2-40B4-BE49-F238E27FC236}">
                <a16:creationId xmlns:a16="http://schemas.microsoft.com/office/drawing/2014/main" id="{89B6EC2D-EAC1-4E8E-B1B9-A3CA933D740E}"/>
              </a:ext>
            </a:extLst>
          </p:cNvPr>
          <p:cNvSpPr/>
          <p:nvPr/>
        </p:nvSpPr>
        <p:spPr>
          <a:xfrm>
            <a:off x="7064690" y="2898448"/>
            <a:ext cx="47347" cy="19810"/>
          </a:xfrm>
          <a:custGeom>
            <a:avLst/>
            <a:gdLst>
              <a:gd name="connsiteX0" fmla="*/ 0 w 47347"/>
              <a:gd name="connsiteY0" fmla="*/ 0 h 19810"/>
              <a:gd name="connsiteX1" fmla="*/ 29895 w 47347"/>
              <a:gd name="connsiteY1" fmla="*/ 11468 h 19810"/>
              <a:gd name="connsiteX2" fmla="*/ 47347 w 47347"/>
              <a:gd name="connsiteY2" fmla="*/ 19810 h 19810"/>
              <a:gd name="connsiteX3" fmla="*/ 0 w 47347"/>
              <a:gd name="connsiteY3" fmla="*/ 0 h 1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347" h="19810">
                <a:moveTo>
                  <a:pt x="0" y="0"/>
                </a:moveTo>
                <a:lnTo>
                  <a:pt x="29895" y="11468"/>
                </a:lnTo>
                <a:lnTo>
                  <a:pt x="47347" y="198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1" name="手繪多邊形: 圖案 370">
            <a:extLst>
              <a:ext uri="{FF2B5EF4-FFF2-40B4-BE49-F238E27FC236}">
                <a16:creationId xmlns:a16="http://schemas.microsoft.com/office/drawing/2014/main" id="{E9B02754-03F3-4848-BF6C-F63CA04979C3}"/>
              </a:ext>
            </a:extLst>
          </p:cNvPr>
          <p:cNvSpPr/>
          <p:nvPr/>
        </p:nvSpPr>
        <p:spPr>
          <a:xfrm>
            <a:off x="7112036" y="2918259"/>
            <a:ext cx="155820" cy="74485"/>
          </a:xfrm>
          <a:custGeom>
            <a:avLst/>
            <a:gdLst>
              <a:gd name="connsiteX0" fmla="*/ 0 w 155820"/>
              <a:gd name="connsiteY0" fmla="*/ 0 h 74485"/>
              <a:gd name="connsiteX1" fmla="*/ 26569 w 155820"/>
              <a:gd name="connsiteY1" fmla="*/ 11117 h 74485"/>
              <a:gd name="connsiteX2" fmla="*/ 155820 w 155820"/>
              <a:gd name="connsiteY2" fmla="*/ 74485 h 74485"/>
              <a:gd name="connsiteX3" fmla="*/ 0 w 155820"/>
              <a:gd name="connsiteY3" fmla="*/ 0 h 7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820" h="74485">
                <a:moveTo>
                  <a:pt x="0" y="0"/>
                </a:moveTo>
                <a:lnTo>
                  <a:pt x="26569" y="11117"/>
                </a:lnTo>
                <a:cubicBezTo>
                  <a:pt x="70361" y="30997"/>
                  <a:pt x="113460" y="52135"/>
                  <a:pt x="155820" y="74485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2" name="手繪多邊形: 圖案 371">
            <a:extLst>
              <a:ext uri="{FF2B5EF4-FFF2-40B4-BE49-F238E27FC236}">
                <a16:creationId xmlns:a16="http://schemas.microsoft.com/office/drawing/2014/main" id="{B9E8C7DA-37D1-426F-8145-5DB5FB186B78}"/>
              </a:ext>
            </a:extLst>
          </p:cNvPr>
          <p:cNvSpPr/>
          <p:nvPr/>
        </p:nvSpPr>
        <p:spPr>
          <a:xfrm>
            <a:off x="4998168" y="2918261"/>
            <a:ext cx="155813" cy="74482"/>
          </a:xfrm>
          <a:custGeom>
            <a:avLst/>
            <a:gdLst>
              <a:gd name="connsiteX0" fmla="*/ 155813 w 155813"/>
              <a:gd name="connsiteY0" fmla="*/ 0 h 74482"/>
              <a:gd name="connsiteX1" fmla="*/ 0 w 155813"/>
              <a:gd name="connsiteY1" fmla="*/ 74482 h 74482"/>
              <a:gd name="connsiteX2" fmla="*/ 129251 w 155813"/>
              <a:gd name="connsiteY2" fmla="*/ 11114 h 74482"/>
              <a:gd name="connsiteX3" fmla="*/ 155813 w 155813"/>
              <a:gd name="connsiteY3" fmla="*/ 0 h 74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813" h="74482">
                <a:moveTo>
                  <a:pt x="155813" y="0"/>
                </a:moveTo>
                <a:lnTo>
                  <a:pt x="0" y="74482"/>
                </a:lnTo>
                <a:cubicBezTo>
                  <a:pt x="42360" y="52132"/>
                  <a:pt x="85459" y="30994"/>
                  <a:pt x="129251" y="11114"/>
                </a:cubicBezTo>
                <a:lnTo>
                  <a:pt x="155813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3" name="手繪多邊形: 圖案 372">
            <a:extLst>
              <a:ext uri="{FF2B5EF4-FFF2-40B4-BE49-F238E27FC236}">
                <a16:creationId xmlns:a16="http://schemas.microsoft.com/office/drawing/2014/main" id="{46E70CDD-3937-4B67-84D6-7D0FA248B781}"/>
              </a:ext>
            </a:extLst>
          </p:cNvPr>
          <p:cNvSpPr/>
          <p:nvPr/>
        </p:nvSpPr>
        <p:spPr>
          <a:xfrm>
            <a:off x="3754140" y="2992744"/>
            <a:ext cx="1392044" cy="1745197"/>
          </a:xfrm>
          <a:custGeom>
            <a:avLst/>
            <a:gdLst>
              <a:gd name="connsiteX0" fmla="*/ 1244027 w 1392044"/>
              <a:gd name="connsiteY0" fmla="*/ 0 h 1745197"/>
              <a:gd name="connsiteX1" fmla="*/ 1162734 w 1392044"/>
              <a:gd name="connsiteY1" fmla="*/ 47067 h 1745197"/>
              <a:gd name="connsiteX2" fmla="*/ 1392044 w 1392044"/>
              <a:gd name="connsiteY2" fmla="*/ 460855 h 1745197"/>
              <a:gd name="connsiteX3" fmla="*/ 1296684 w 1392044"/>
              <a:gd name="connsiteY3" fmla="*/ 516066 h 1745197"/>
              <a:gd name="connsiteX4" fmla="*/ 443077 w 1392044"/>
              <a:gd name="connsiteY4" fmla="*/ 1627479 h 1745197"/>
              <a:gd name="connsiteX5" fmla="*/ 412809 w 1392044"/>
              <a:gd name="connsiteY5" fmla="*/ 1745197 h 1745197"/>
              <a:gd name="connsiteX6" fmla="*/ 235902 w 1392044"/>
              <a:gd name="connsiteY6" fmla="*/ 1704367 h 1745197"/>
              <a:gd name="connsiteX7" fmla="*/ 0 w 1392044"/>
              <a:gd name="connsiteY7" fmla="*/ 1637379 h 1745197"/>
              <a:gd name="connsiteX8" fmla="*/ 53037 w 1392044"/>
              <a:gd name="connsiteY8" fmla="*/ 1431108 h 1745197"/>
              <a:gd name="connsiteX9" fmla="*/ 1244027 w 1392044"/>
              <a:gd name="connsiteY9" fmla="*/ 0 h 1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92044" h="1745197">
                <a:moveTo>
                  <a:pt x="1244027" y="0"/>
                </a:moveTo>
                <a:lnTo>
                  <a:pt x="1162734" y="47067"/>
                </a:lnTo>
                <a:lnTo>
                  <a:pt x="1392044" y="460855"/>
                </a:lnTo>
                <a:lnTo>
                  <a:pt x="1296684" y="516066"/>
                </a:lnTo>
                <a:cubicBezTo>
                  <a:pt x="894100" y="770759"/>
                  <a:pt x="587432" y="1163363"/>
                  <a:pt x="443077" y="1627479"/>
                </a:cubicBezTo>
                <a:lnTo>
                  <a:pt x="412809" y="1745197"/>
                </a:lnTo>
                <a:lnTo>
                  <a:pt x="235902" y="1704367"/>
                </a:lnTo>
                <a:lnTo>
                  <a:pt x="0" y="1637379"/>
                </a:lnTo>
                <a:lnTo>
                  <a:pt x="53037" y="1431108"/>
                </a:lnTo>
                <a:cubicBezTo>
                  <a:pt x="245749" y="811519"/>
                  <a:pt x="679223" y="298006"/>
                  <a:pt x="1244027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4" name="手繪多邊形: 圖案 373">
            <a:extLst>
              <a:ext uri="{FF2B5EF4-FFF2-40B4-BE49-F238E27FC236}">
                <a16:creationId xmlns:a16="http://schemas.microsoft.com/office/drawing/2014/main" id="{0CBAE87C-41F0-4BAE-A14D-6079AB1B0E79}"/>
              </a:ext>
            </a:extLst>
          </p:cNvPr>
          <p:cNvSpPr/>
          <p:nvPr/>
        </p:nvSpPr>
        <p:spPr>
          <a:xfrm>
            <a:off x="7267856" y="2992744"/>
            <a:ext cx="117868" cy="68243"/>
          </a:xfrm>
          <a:custGeom>
            <a:avLst/>
            <a:gdLst>
              <a:gd name="connsiteX0" fmla="*/ 0 w 117868"/>
              <a:gd name="connsiteY0" fmla="*/ 0 h 68243"/>
              <a:gd name="connsiteX1" fmla="*/ 117868 w 117868"/>
              <a:gd name="connsiteY1" fmla="*/ 68243 h 68243"/>
              <a:gd name="connsiteX2" fmla="*/ 117868 w 117868"/>
              <a:gd name="connsiteY2" fmla="*/ 68243 h 68243"/>
              <a:gd name="connsiteX3" fmla="*/ 0 w 117868"/>
              <a:gd name="connsiteY3" fmla="*/ 0 h 6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8" h="68243">
                <a:moveTo>
                  <a:pt x="0" y="0"/>
                </a:moveTo>
                <a:lnTo>
                  <a:pt x="117868" y="68243"/>
                </a:lnTo>
                <a:lnTo>
                  <a:pt x="117868" y="682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5" name="手繪多邊形: 圖案 374">
            <a:extLst>
              <a:ext uri="{FF2B5EF4-FFF2-40B4-BE49-F238E27FC236}">
                <a16:creationId xmlns:a16="http://schemas.microsoft.com/office/drawing/2014/main" id="{E96DCF01-8403-491B-9D96-0DEC981A27BF}"/>
              </a:ext>
            </a:extLst>
          </p:cNvPr>
          <p:cNvSpPr/>
          <p:nvPr/>
        </p:nvSpPr>
        <p:spPr>
          <a:xfrm>
            <a:off x="7156414" y="3060986"/>
            <a:ext cx="1355468" cy="1676954"/>
          </a:xfrm>
          <a:custGeom>
            <a:avLst/>
            <a:gdLst>
              <a:gd name="connsiteX0" fmla="*/ 229310 w 1355468"/>
              <a:gd name="connsiteY0" fmla="*/ 0 h 1676954"/>
              <a:gd name="connsiteX1" fmla="*/ 276833 w 1355468"/>
              <a:gd name="connsiteY1" fmla="*/ 27515 h 1676954"/>
              <a:gd name="connsiteX2" fmla="*/ 1302431 w 1355468"/>
              <a:gd name="connsiteY2" fmla="*/ 1362865 h 1676954"/>
              <a:gd name="connsiteX3" fmla="*/ 1355468 w 1355468"/>
              <a:gd name="connsiteY3" fmla="*/ 1569136 h 1676954"/>
              <a:gd name="connsiteX4" fmla="*/ 1119566 w 1355468"/>
              <a:gd name="connsiteY4" fmla="*/ 1636124 h 1676954"/>
              <a:gd name="connsiteX5" fmla="*/ 942659 w 1355468"/>
              <a:gd name="connsiteY5" fmla="*/ 1676954 h 1676954"/>
              <a:gd name="connsiteX6" fmla="*/ 912391 w 1355468"/>
              <a:gd name="connsiteY6" fmla="*/ 1559236 h 1676954"/>
              <a:gd name="connsiteX7" fmla="*/ 58785 w 1355468"/>
              <a:gd name="connsiteY7" fmla="*/ 447823 h 1676954"/>
              <a:gd name="connsiteX8" fmla="*/ 0 w 1355468"/>
              <a:gd name="connsiteY8" fmla="*/ 413788 h 1676954"/>
              <a:gd name="connsiteX9" fmla="*/ 229310 w 1355468"/>
              <a:gd name="connsiteY9" fmla="*/ 0 h 167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55468" h="1676954">
                <a:moveTo>
                  <a:pt x="229310" y="0"/>
                </a:moveTo>
                <a:lnTo>
                  <a:pt x="276833" y="27515"/>
                </a:lnTo>
                <a:cubicBezTo>
                  <a:pt x="760533" y="333526"/>
                  <a:pt x="1128991" y="805235"/>
                  <a:pt x="1302431" y="1362865"/>
                </a:cubicBezTo>
                <a:lnTo>
                  <a:pt x="1355468" y="1569136"/>
                </a:lnTo>
                <a:lnTo>
                  <a:pt x="1119566" y="1636124"/>
                </a:lnTo>
                <a:lnTo>
                  <a:pt x="942659" y="1676954"/>
                </a:lnTo>
                <a:lnTo>
                  <a:pt x="912391" y="1559236"/>
                </a:lnTo>
                <a:cubicBezTo>
                  <a:pt x="768036" y="1095120"/>
                  <a:pt x="461368" y="702516"/>
                  <a:pt x="58785" y="447823"/>
                </a:cubicBezTo>
                <a:lnTo>
                  <a:pt x="0" y="413788"/>
                </a:lnTo>
                <a:lnTo>
                  <a:pt x="22931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6" name="手繪多邊形: 圖案 375">
            <a:extLst>
              <a:ext uri="{FF2B5EF4-FFF2-40B4-BE49-F238E27FC236}">
                <a16:creationId xmlns:a16="http://schemas.microsoft.com/office/drawing/2014/main" id="{585E6BBF-5195-4127-A2D7-F737C9149629}"/>
              </a:ext>
            </a:extLst>
          </p:cNvPr>
          <p:cNvSpPr/>
          <p:nvPr/>
        </p:nvSpPr>
        <p:spPr>
          <a:xfrm>
            <a:off x="5146184" y="3196046"/>
            <a:ext cx="2010230" cy="665376"/>
          </a:xfrm>
          <a:custGeom>
            <a:avLst/>
            <a:gdLst>
              <a:gd name="connsiteX0" fmla="*/ 986827 w 2010230"/>
              <a:gd name="connsiteY0" fmla="*/ 0 h 665376"/>
              <a:gd name="connsiteX1" fmla="*/ 1138920 w 2010230"/>
              <a:gd name="connsiteY1" fmla="*/ 6243 h 665376"/>
              <a:gd name="connsiteX2" fmla="*/ 1183435 w 2010230"/>
              <a:gd name="connsiteY2" fmla="*/ 10370 h 665376"/>
              <a:gd name="connsiteX3" fmla="*/ 1266008 w 2010230"/>
              <a:gd name="connsiteY3" fmla="*/ 20593 h 665376"/>
              <a:gd name="connsiteX4" fmla="*/ 1481220 w 2010230"/>
              <a:gd name="connsiteY4" fmla="*/ 60723 h 665376"/>
              <a:gd name="connsiteX5" fmla="*/ 1481228 w 2010230"/>
              <a:gd name="connsiteY5" fmla="*/ 60725 h 665376"/>
              <a:gd name="connsiteX6" fmla="*/ 1481243 w 2010230"/>
              <a:gd name="connsiteY6" fmla="*/ 60729 h 665376"/>
              <a:gd name="connsiteX7" fmla="*/ 1687296 w 2010230"/>
              <a:gd name="connsiteY7" fmla="*/ 125824 h 665376"/>
              <a:gd name="connsiteX8" fmla="*/ 1737311 w 2010230"/>
              <a:gd name="connsiteY8" fmla="*/ 145010 h 665376"/>
              <a:gd name="connsiteX9" fmla="*/ 1931359 w 2010230"/>
              <a:gd name="connsiteY9" fmla="*/ 233064 h 665376"/>
              <a:gd name="connsiteX10" fmla="*/ 2010230 w 2010230"/>
              <a:gd name="connsiteY10" fmla="*/ 278728 h 665376"/>
              <a:gd name="connsiteX11" fmla="*/ 1795961 w 2010230"/>
              <a:gd name="connsiteY11" fmla="*/ 665376 h 665376"/>
              <a:gd name="connsiteX12" fmla="*/ 1713767 w 2010230"/>
              <a:gd name="connsiteY12" fmla="*/ 617788 h 665376"/>
              <a:gd name="connsiteX13" fmla="*/ 1003973 w 2010230"/>
              <a:gd name="connsiteY13" fmla="*/ 442646 h 665376"/>
              <a:gd name="connsiteX14" fmla="*/ 294179 w 2010230"/>
              <a:gd name="connsiteY14" fmla="*/ 617788 h 665376"/>
              <a:gd name="connsiteX15" fmla="*/ 222599 w 2010230"/>
              <a:gd name="connsiteY15" fmla="*/ 659231 h 665376"/>
              <a:gd name="connsiteX16" fmla="*/ 0 w 2010230"/>
              <a:gd name="connsiteY16" fmla="*/ 257552 h 665376"/>
              <a:gd name="connsiteX17" fmla="*/ 42295 w 2010230"/>
              <a:gd name="connsiteY17" fmla="*/ 233064 h 665376"/>
              <a:gd name="connsiteX18" fmla="*/ 236347 w 2010230"/>
              <a:gd name="connsiteY18" fmla="*/ 145009 h 665376"/>
              <a:gd name="connsiteX19" fmla="*/ 286357 w 2010230"/>
              <a:gd name="connsiteY19" fmla="*/ 125825 h 665376"/>
              <a:gd name="connsiteX20" fmla="*/ 492426 w 2010230"/>
              <a:gd name="connsiteY20" fmla="*/ 60725 h 665376"/>
              <a:gd name="connsiteX21" fmla="*/ 707646 w 2010230"/>
              <a:gd name="connsiteY21" fmla="*/ 20593 h 665376"/>
              <a:gd name="connsiteX22" fmla="*/ 790223 w 2010230"/>
              <a:gd name="connsiteY22" fmla="*/ 10370 h 665376"/>
              <a:gd name="connsiteX23" fmla="*/ 834733 w 2010230"/>
              <a:gd name="connsiteY23" fmla="*/ 6243 h 665376"/>
              <a:gd name="connsiteX24" fmla="*/ 986827 w 2010230"/>
              <a:gd name="connsiteY24" fmla="*/ 0 h 6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010230" h="665376">
                <a:moveTo>
                  <a:pt x="986827" y="0"/>
                </a:moveTo>
                <a:lnTo>
                  <a:pt x="1138920" y="6243"/>
                </a:lnTo>
                <a:lnTo>
                  <a:pt x="1183435" y="10370"/>
                </a:lnTo>
                <a:lnTo>
                  <a:pt x="1266008" y="20593"/>
                </a:lnTo>
                <a:lnTo>
                  <a:pt x="1481220" y="60723"/>
                </a:lnTo>
                <a:lnTo>
                  <a:pt x="1481228" y="60725"/>
                </a:lnTo>
                <a:lnTo>
                  <a:pt x="1481243" y="60729"/>
                </a:lnTo>
                <a:lnTo>
                  <a:pt x="1687296" y="125824"/>
                </a:lnTo>
                <a:lnTo>
                  <a:pt x="1737311" y="145010"/>
                </a:lnTo>
                <a:lnTo>
                  <a:pt x="1931359" y="233064"/>
                </a:lnTo>
                <a:lnTo>
                  <a:pt x="2010230" y="278728"/>
                </a:lnTo>
                <a:lnTo>
                  <a:pt x="1795961" y="665376"/>
                </a:lnTo>
                <a:lnTo>
                  <a:pt x="1713767" y="617788"/>
                </a:lnTo>
                <a:cubicBezTo>
                  <a:pt x="1501812" y="505955"/>
                  <a:pt x="1260286" y="442646"/>
                  <a:pt x="1003973" y="442646"/>
                </a:cubicBezTo>
                <a:cubicBezTo>
                  <a:pt x="747661" y="442646"/>
                  <a:pt x="506135" y="505955"/>
                  <a:pt x="294179" y="617788"/>
                </a:cubicBezTo>
                <a:lnTo>
                  <a:pt x="222599" y="659231"/>
                </a:lnTo>
                <a:lnTo>
                  <a:pt x="0" y="257552"/>
                </a:lnTo>
                <a:lnTo>
                  <a:pt x="42295" y="233064"/>
                </a:lnTo>
                <a:lnTo>
                  <a:pt x="236347" y="145009"/>
                </a:lnTo>
                <a:lnTo>
                  <a:pt x="286357" y="125825"/>
                </a:lnTo>
                <a:lnTo>
                  <a:pt x="492426" y="60725"/>
                </a:lnTo>
                <a:lnTo>
                  <a:pt x="707646" y="20593"/>
                </a:lnTo>
                <a:lnTo>
                  <a:pt x="790223" y="10370"/>
                </a:lnTo>
                <a:lnTo>
                  <a:pt x="834733" y="6243"/>
                </a:lnTo>
                <a:lnTo>
                  <a:pt x="98682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7" name="手繪多邊形: 圖案 376">
            <a:extLst>
              <a:ext uri="{FF2B5EF4-FFF2-40B4-BE49-F238E27FC236}">
                <a16:creationId xmlns:a16="http://schemas.microsoft.com/office/drawing/2014/main" id="{10EA09A6-CBEC-4C61-AA52-47EBF59B8C3E}"/>
              </a:ext>
            </a:extLst>
          </p:cNvPr>
          <p:cNvSpPr/>
          <p:nvPr/>
        </p:nvSpPr>
        <p:spPr>
          <a:xfrm>
            <a:off x="6133012" y="3196047"/>
            <a:ext cx="152093" cy="6243"/>
          </a:xfrm>
          <a:custGeom>
            <a:avLst/>
            <a:gdLst>
              <a:gd name="connsiteX0" fmla="*/ 0 w 152093"/>
              <a:gd name="connsiteY0" fmla="*/ 0 h 6243"/>
              <a:gd name="connsiteX1" fmla="*/ 126944 w 152093"/>
              <a:gd name="connsiteY1" fmla="*/ 3911 h 6243"/>
              <a:gd name="connsiteX2" fmla="*/ 152093 w 152093"/>
              <a:gd name="connsiteY2" fmla="*/ 6243 h 6243"/>
              <a:gd name="connsiteX3" fmla="*/ 0 w 152093"/>
              <a:gd name="connsiteY3" fmla="*/ 0 h 6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093" h="6243">
                <a:moveTo>
                  <a:pt x="0" y="0"/>
                </a:moveTo>
                <a:cubicBezTo>
                  <a:pt x="42635" y="0"/>
                  <a:pt x="84963" y="1316"/>
                  <a:pt x="126944" y="3911"/>
                </a:cubicBezTo>
                <a:lnTo>
                  <a:pt x="152093" y="624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8" name="手繪多邊形: 圖案 377">
            <a:extLst>
              <a:ext uri="{FF2B5EF4-FFF2-40B4-BE49-F238E27FC236}">
                <a16:creationId xmlns:a16="http://schemas.microsoft.com/office/drawing/2014/main" id="{3D751379-C159-4B48-BE9C-88D7064741BD}"/>
              </a:ext>
            </a:extLst>
          </p:cNvPr>
          <p:cNvSpPr/>
          <p:nvPr/>
        </p:nvSpPr>
        <p:spPr>
          <a:xfrm>
            <a:off x="5980917" y="3196047"/>
            <a:ext cx="152094" cy="6243"/>
          </a:xfrm>
          <a:custGeom>
            <a:avLst/>
            <a:gdLst>
              <a:gd name="connsiteX0" fmla="*/ 152094 w 152094"/>
              <a:gd name="connsiteY0" fmla="*/ 0 h 6243"/>
              <a:gd name="connsiteX1" fmla="*/ 0 w 152094"/>
              <a:gd name="connsiteY1" fmla="*/ 6243 h 6243"/>
              <a:gd name="connsiteX2" fmla="*/ 25150 w 152094"/>
              <a:gd name="connsiteY2" fmla="*/ 3911 h 6243"/>
              <a:gd name="connsiteX3" fmla="*/ 152094 w 152094"/>
              <a:gd name="connsiteY3" fmla="*/ 0 h 6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094" h="6243">
                <a:moveTo>
                  <a:pt x="152094" y="0"/>
                </a:moveTo>
                <a:lnTo>
                  <a:pt x="0" y="6243"/>
                </a:lnTo>
                <a:lnTo>
                  <a:pt x="25150" y="3911"/>
                </a:lnTo>
                <a:cubicBezTo>
                  <a:pt x="67132" y="1316"/>
                  <a:pt x="109459" y="0"/>
                  <a:pt x="152094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9" name="手繪多邊形: 圖案 378">
            <a:extLst>
              <a:ext uri="{FF2B5EF4-FFF2-40B4-BE49-F238E27FC236}">
                <a16:creationId xmlns:a16="http://schemas.microsoft.com/office/drawing/2014/main" id="{034EFAFC-26E7-4EDD-9FDF-7201ECCB4310}"/>
              </a:ext>
            </a:extLst>
          </p:cNvPr>
          <p:cNvSpPr/>
          <p:nvPr/>
        </p:nvSpPr>
        <p:spPr>
          <a:xfrm>
            <a:off x="6285105" y="3202290"/>
            <a:ext cx="44515" cy="4127"/>
          </a:xfrm>
          <a:custGeom>
            <a:avLst/>
            <a:gdLst>
              <a:gd name="connsiteX0" fmla="*/ 0 w 44515"/>
              <a:gd name="connsiteY0" fmla="*/ 0 h 4127"/>
              <a:gd name="connsiteX1" fmla="*/ 16716 w 44515"/>
              <a:gd name="connsiteY1" fmla="*/ 686 h 4127"/>
              <a:gd name="connsiteX2" fmla="*/ 44515 w 44515"/>
              <a:gd name="connsiteY2" fmla="*/ 4127 h 4127"/>
              <a:gd name="connsiteX3" fmla="*/ 0 w 44515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15" h="4127">
                <a:moveTo>
                  <a:pt x="0" y="0"/>
                </a:moveTo>
                <a:lnTo>
                  <a:pt x="16716" y="686"/>
                </a:lnTo>
                <a:lnTo>
                  <a:pt x="44515" y="41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0" name="手繪多邊形: 圖案 379">
            <a:extLst>
              <a:ext uri="{FF2B5EF4-FFF2-40B4-BE49-F238E27FC236}">
                <a16:creationId xmlns:a16="http://schemas.microsoft.com/office/drawing/2014/main" id="{14F48296-B74C-4CBE-9A6C-0D743E176EFC}"/>
              </a:ext>
            </a:extLst>
          </p:cNvPr>
          <p:cNvSpPr/>
          <p:nvPr/>
        </p:nvSpPr>
        <p:spPr>
          <a:xfrm>
            <a:off x="5936407" y="3202290"/>
            <a:ext cx="44510" cy="4127"/>
          </a:xfrm>
          <a:custGeom>
            <a:avLst/>
            <a:gdLst>
              <a:gd name="connsiteX0" fmla="*/ 44510 w 44510"/>
              <a:gd name="connsiteY0" fmla="*/ 0 h 4127"/>
              <a:gd name="connsiteX1" fmla="*/ 0 w 44510"/>
              <a:gd name="connsiteY1" fmla="*/ 4127 h 4127"/>
              <a:gd name="connsiteX2" fmla="*/ 27796 w 44510"/>
              <a:gd name="connsiteY2" fmla="*/ 686 h 4127"/>
              <a:gd name="connsiteX3" fmla="*/ 44510 w 44510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10" h="4127">
                <a:moveTo>
                  <a:pt x="44510" y="0"/>
                </a:moveTo>
                <a:lnTo>
                  <a:pt x="0" y="4127"/>
                </a:lnTo>
                <a:lnTo>
                  <a:pt x="27796" y="686"/>
                </a:lnTo>
                <a:lnTo>
                  <a:pt x="4451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1" name="手繪多邊形: 圖案 380">
            <a:extLst>
              <a:ext uri="{FF2B5EF4-FFF2-40B4-BE49-F238E27FC236}">
                <a16:creationId xmlns:a16="http://schemas.microsoft.com/office/drawing/2014/main" id="{05C39F56-8BC9-4F12-88A1-94509BB782E3}"/>
              </a:ext>
            </a:extLst>
          </p:cNvPr>
          <p:cNvSpPr/>
          <p:nvPr/>
        </p:nvSpPr>
        <p:spPr>
          <a:xfrm>
            <a:off x="5853831" y="3206417"/>
            <a:ext cx="82577" cy="10223"/>
          </a:xfrm>
          <a:custGeom>
            <a:avLst/>
            <a:gdLst>
              <a:gd name="connsiteX0" fmla="*/ 82577 w 82577"/>
              <a:gd name="connsiteY0" fmla="*/ 0 h 10223"/>
              <a:gd name="connsiteX1" fmla="*/ 0 w 82577"/>
              <a:gd name="connsiteY1" fmla="*/ 10223 h 10223"/>
              <a:gd name="connsiteX2" fmla="*/ 27369 w 82577"/>
              <a:gd name="connsiteY2" fmla="*/ 5119 h 10223"/>
              <a:gd name="connsiteX3" fmla="*/ 82577 w 82577"/>
              <a:gd name="connsiteY3" fmla="*/ 0 h 10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77" h="10223">
                <a:moveTo>
                  <a:pt x="82577" y="0"/>
                </a:moveTo>
                <a:lnTo>
                  <a:pt x="0" y="10223"/>
                </a:lnTo>
                <a:lnTo>
                  <a:pt x="27369" y="5119"/>
                </a:lnTo>
                <a:lnTo>
                  <a:pt x="82577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2" name="手繪多邊形: 圖案 381">
            <a:extLst>
              <a:ext uri="{FF2B5EF4-FFF2-40B4-BE49-F238E27FC236}">
                <a16:creationId xmlns:a16="http://schemas.microsoft.com/office/drawing/2014/main" id="{1A4F9B6C-E96D-46E2-920D-4CFC1711821C}"/>
              </a:ext>
            </a:extLst>
          </p:cNvPr>
          <p:cNvSpPr/>
          <p:nvPr/>
        </p:nvSpPr>
        <p:spPr>
          <a:xfrm>
            <a:off x="6329620" y="3206417"/>
            <a:ext cx="82573" cy="10223"/>
          </a:xfrm>
          <a:custGeom>
            <a:avLst/>
            <a:gdLst>
              <a:gd name="connsiteX0" fmla="*/ 0 w 82573"/>
              <a:gd name="connsiteY0" fmla="*/ 0 h 10223"/>
              <a:gd name="connsiteX1" fmla="*/ 55204 w 82573"/>
              <a:gd name="connsiteY1" fmla="*/ 5119 h 10223"/>
              <a:gd name="connsiteX2" fmla="*/ 82573 w 82573"/>
              <a:gd name="connsiteY2" fmla="*/ 10223 h 10223"/>
              <a:gd name="connsiteX3" fmla="*/ 0 w 82573"/>
              <a:gd name="connsiteY3" fmla="*/ 0 h 10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73" h="10223">
                <a:moveTo>
                  <a:pt x="0" y="0"/>
                </a:moveTo>
                <a:lnTo>
                  <a:pt x="55204" y="5119"/>
                </a:lnTo>
                <a:lnTo>
                  <a:pt x="82573" y="102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3" name="手繪多邊形: 圖案 382">
            <a:extLst>
              <a:ext uri="{FF2B5EF4-FFF2-40B4-BE49-F238E27FC236}">
                <a16:creationId xmlns:a16="http://schemas.microsoft.com/office/drawing/2014/main" id="{7A137D28-C1BA-49CE-B060-455665F4C4BA}"/>
              </a:ext>
            </a:extLst>
          </p:cNvPr>
          <p:cNvSpPr/>
          <p:nvPr/>
        </p:nvSpPr>
        <p:spPr>
          <a:xfrm>
            <a:off x="6412192" y="3216639"/>
            <a:ext cx="215212" cy="40130"/>
          </a:xfrm>
          <a:custGeom>
            <a:avLst/>
            <a:gdLst>
              <a:gd name="connsiteX0" fmla="*/ 0 w 215212"/>
              <a:gd name="connsiteY0" fmla="*/ 0 h 40130"/>
              <a:gd name="connsiteX1" fmla="*/ 54610 w 215212"/>
              <a:gd name="connsiteY1" fmla="*/ 6760 h 40130"/>
              <a:gd name="connsiteX2" fmla="*/ 215212 w 215212"/>
              <a:gd name="connsiteY2" fmla="*/ 40130 h 40130"/>
              <a:gd name="connsiteX3" fmla="*/ 0 w 215212"/>
              <a:gd name="connsiteY3" fmla="*/ 0 h 40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12" h="40130">
                <a:moveTo>
                  <a:pt x="0" y="0"/>
                </a:moveTo>
                <a:lnTo>
                  <a:pt x="54610" y="6760"/>
                </a:lnTo>
                <a:lnTo>
                  <a:pt x="215212" y="401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4" name="手繪多邊形: 圖案 383">
            <a:extLst>
              <a:ext uri="{FF2B5EF4-FFF2-40B4-BE49-F238E27FC236}">
                <a16:creationId xmlns:a16="http://schemas.microsoft.com/office/drawing/2014/main" id="{60938AD6-C251-4F9C-B777-02749B2C154C}"/>
              </a:ext>
            </a:extLst>
          </p:cNvPr>
          <p:cNvSpPr/>
          <p:nvPr/>
        </p:nvSpPr>
        <p:spPr>
          <a:xfrm>
            <a:off x="5638610" y="3216639"/>
            <a:ext cx="215220" cy="40132"/>
          </a:xfrm>
          <a:custGeom>
            <a:avLst/>
            <a:gdLst>
              <a:gd name="connsiteX0" fmla="*/ 215220 w 215220"/>
              <a:gd name="connsiteY0" fmla="*/ 0 h 40132"/>
              <a:gd name="connsiteX1" fmla="*/ 0 w 215220"/>
              <a:gd name="connsiteY1" fmla="*/ 40132 h 40132"/>
              <a:gd name="connsiteX2" fmla="*/ 160610 w 215220"/>
              <a:gd name="connsiteY2" fmla="*/ 6760 h 40132"/>
              <a:gd name="connsiteX3" fmla="*/ 215220 w 215220"/>
              <a:gd name="connsiteY3" fmla="*/ 0 h 40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20" h="40132">
                <a:moveTo>
                  <a:pt x="215220" y="0"/>
                </a:moveTo>
                <a:lnTo>
                  <a:pt x="0" y="40132"/>
                </a:lnTo>
                <a:cubicBezTo>
                  <a:pt x="52748" y="26911"/>
                  <a:pt x="106315" y="15757"/>
                  <a:pt x="160610" y="6760"/>
                </a:cubicBezTo>
                <a:lnTo>
                  <a:pt x="21522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5" name="手繪多邊形: 圖案 384">
            <a:extLst>
              <a:ext uri="{FF2B5EF4-FFF2-40B4-BE49-F238E27FC236}">
                <a16:creationId xmlns:a16="http://schemas.microsoft.com/office/drawing/2014/main" id="{82F4144E-1DE9-46BF-949F-128C55996496}"/>
              </a:ext>
            </a:extLst>
          </p:cNvPr>
          <p:cNvSpPr/>
          <p:nvPr/>
        </p:nvSpPr>
        <p:spPr>
          <a:xfrm>
            <a:off x="5432542" y="3256771"/>
            <a:ext cx="206069" cy="65100"/>
          </a:xfrm>
          <a:custGeom>
            <a:avLst/>
            <a:gdLst>
              <a:gd name="connsiteX0" fmla="*/ 206069 w 206069"/>
              <a:gd name="connsiteY0" fmla="*/ 0 h 65100"/>
              <a:gd name="connsiteX1" fmla="*/ 0 w 206069"/>
              <a:gd name="connsiteY1" fmla="*/ 65100 h 65100"/>
              <a:gd name="connsiteX2" fmla="*/ 50378 w 206069"/>
              <a:gd name="connsiteY2" fmla="*/ 45774 h 65100"/>
              <a:gd name="connsiteX3" fmla="*/ 206069 w 206069"/>
              <a:gd name="connsiteY3" fmla="*/ 0 h 6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69" h="65100">
                <a:moveTo>
                  <a:pt x="206069" y="0"/>
                </a:moveTo>
                <a:lnTo>
                  <a:pt x="0" y="65100"/>
                </a:lnTo>
                <a:lnTo>
                  <a:pt x="50378" y="45774"/>
                </a:lnTo>
                <a:cubicBezTo>
                  <a:pt x="101395" y="28510"/>
                  <a:pt x="153322" y="13222"/>
                  <a:pt x="206069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6" name="手繪多邊形: 圖案 385">
            <a:extLst>
              <a:ext uri="{FF2B5EF4-FFF2-40B4-BE49-F238E27FC236}">
                <a16:creationId xmlns:a16="http://schemas.microsoft.com/office/drawing/2014/main" id="{E96811B2-C6CA-46BB-AB71-D1FA67253C23}"/>
              </a:ext>
            </a:extLst>
          </p:cNvPr>
          <p:cNvSpPr/>
          <p:nvPr/>
        </p:nvSpPr>
        <p:spPr>
          <a:xfrm>
            <a:off x="6627428" y="3256776"/>
            <a:ext cx="206053" cy="65095"/>
          </a:xfrm>
          <a:custGeom>
            <a:avLst/>
            <a:gdLst>
              <a:gd name="connsiteX0" fmla="*/ 0 w 206053"/>
              <a:gd name="connsiteY0" fmla="*/ 0 h 65095"/>
              <a:gd name="connsiteX1" fmla="*/ 155677 w 206053"/>
              <a:gd name="connsiteY1" fmla="*/ 45770 h 65095"/>
              <a:gd name="connsiteX2" fmla="*/ 206053 w 206053"/>
              <a:gd name="connsiteY2" fmla="*/ 65095 h 65095"/>
              <a:gd name="connsiteX3" fmla="*/ 0 w 206053"/>
              <a:gd name="connsiteY3" fmla="*/ 0 h 6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53" h="65095">
                <a:moveTo>
                  <a:pt x="0" y="0"/>
                </a:moveTo>
                <a:lnTo>
                  <a:pt x="155677" y="45770"/>
                </a:lnTo>
                <a:lnTo>
                  <a:pt x="206053" y="650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7" name="手繪多邊形: 圖案 386">
            <a:extLst>
              <a:ext uri="{FF2B5EF4-FFF2-40B4-BE49-F238E27FC236}">
                <a16:creationId xmlns:a16="http://schemas.microsoft.com/office/drawing/2014/main" id="{A891BF47-1EE2-4297-9165-1CD792C581AC}"/>
              </a:ext>
            </a:extLst>
          </p:cNvPr>
          <p:cNvSpPr/>
          <p:nvPr/>
        </p:nvSpPr>
        <p:spPr>
          <a:xfrm>
            <a:off x="6833481" y="3321870"/>
            <a:ext cx="50015" cy="19186"/>
          </a:xfrm>
          <a:custGeom>
            <a:avLst/>
            <a:gdLst>
              <a:gd name="connsiteX0" fmla="*/ 0 w 50015"/>
              <a:gd name="connsiteY0" fmla="*/ 0 h 19186"/>
              <a:gd name="connsiteX1" fmla="*/ 25454 w 50015"/>
              <a:gd name="connsiteY1" fmla="*/ 8041 h 19186"/>
              <a:gd name="connsiteX2" fmla="*/ 50015 w 50015"/>
              <a:gd name="connsiteY2" fmla="*/ 19186 h 19186"/>
              <a:gd name="connsiteX3" fmla="*/ 0 w 50015"/>
              <a:gd name="connsiteY3" fmla="*/ 0 h 19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15" h="19186">
                <a:moveTo>
                  <a:pt x="0" y="0"/>
                </a:moveTo>
                <a:lnTo>
                  <a:pt x="25454" y="8041"/>
                </a:lnTo>
                <a:lnTo>
                  <a:pt x="50015" y="191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8" name="手繪多邊形: 圖案 387">
            <a:extLst>
              <a:ext uri="{FF2B5EF4-FFF2-40B4-BE49-F238E27FC236}">
                <a16:creationId xmlns:a16="http://schemas.microsoft.com/office/drawing/2014/main" id="{37A4EEBE-0D12-459C-8B66-D1763FAD3AEA}"/>
              </a:ext>
            </a:extLst>
          </p:cNvPr>
          <p:cNvSpPr/>
          <p:nvPr/>
        </p:nvSpPr>
        <p:spPr>
          <a:xfrm>
            <a:off x="5382531" y="3321871"/>
            <a:ext cx="50010" cy="19184"/>
          </a:xfrm>
          <a:custGeom>
            <a:avLst/>
            <a:gdLst>
              <a:gd name="connsiteX0" fmla="*/ 50010 w 50010"/>
              <a:gd name="connsiteY0" fmla="*/ 0 h 19184"/>
              <a:gd name="connsiteX1" fmla="*/ 0 w 50010"/>
              <a:gd name="connsiteY1" fmla="*/ 19184 h 19184"/>
              <a:gd name="connsiteX2" fmla="*/ 24558 w 50010"/>
              <a:gd name="connsiteY2" fmla="*/ 8040 h 19184"/>
              <a:gd name="connsiteX3" fmla="*/ 50010 w 50010"/>
              <a:gd name="connsiteY3" fmla="*/ 0 h 19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10" h="19184">
                <a:moveTo>
                  <a:pt x="50010" y="0"/>
                </a:moveTo>
                <a:lnTo>
                  <a:pt x="0" y="19184"/>
                </a:lnTo>
                <a:lnTo>
                  <a:pt x="24558" y="8040"/>
                </a:lnTo>
                <a:lnTo>
                  <a:pt x="5001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9" name="手繪多邊形: 圖案 388">
            <a:extLst>
              <a:ext uri="{FF2B5EF4-FFF2-40B4-BE49-F238E27FC236}">
                <a16:creationId xmlns:a16="http://schemas.microsoft.com/office/drawing/2014/main" id="{467AA582-3DC4-4EB5-9D53-3A2394BDC13C}"/>
              </a:ext>
            </a:extLst>
          </p:cNvPr>
          <p:cNvSpPr/>
          <p:nvPr/>
        </p:nvSpPr>
        <p:spPr>
          <a:xfrm>
            <a:off x="5188479" y="3341056"/>
            <a:ext cx="194052" cy="88055"/>
          </a:xfrm>
          <a:custGeom>
            <a:avLst/>
            <a:gdLst>
              <a:gd name="connsiteX0" fmla="*/ 194052 w 194052"/>
              <a:gd name="connsiteY0" fmla="*/ 0 h 88055"/>
              <a:gd name="connsiteX1" fmla="*/ 0 w 194052"/>
              <a:gd name="connsiteY1" fmla="*/ 88055 h 88055"/>
              <a:gd name="connsiteX2" fmla="*/ 144214 w 194052"/>
              <a:gd name="connsiteY2" fmla="*/ 19118 h 88055"/>
              <a:gd name="connsiteX3" fmla="*/ 194052 w 194052"/>
              <a:gd name="connsiteY3" fmla="*/ 0 h 88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052" h="88055">
                <a:moveTo>
                  <a:pt x="194052" y="0"/>
                </a:moveTo>
                <a:lnTo>
                  <a:pt x="0" y="88055"/>
                </a:lnTo>
                <a:cubicBezTo>
                  <a:pt x="47009" y="63252"/>
                  <a:pt x="95111" y="40243"/>
                  <a:pt x="144214" y="19118"/>
                </a:cubicBezTo>
                <a:lnTo>
                  <a:pt x="194052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0" name="手繪多邊形: 圖案 389">
            <a:extLst>
              <a:ext uri="{FF2B5EF4-FFF2-40B4-BE49-F238E27FC236}">
                <a16:creationId xmlns:a16="http://schemas.microsoft.com/office/drawing/2014/main" id="{CAD4FFEB-5777-4A96-B4EB-BF51824584FC}"/>
              </a:ext>
            </a:extLst>
          </p:cNvPr>
          <p:cNvSpPr/>
          <p:nvPr/>
        </p:nvSpPr>
        <p:spPr>
          <a:xfrm>
            <a:off x="6883495" y="3341056"/>
            <a:ext cx="194048" cy="88054"/>
          </a:xfrm>
          <a:custGeom>
            <a:avLst/>
            <a:gdLst>
              <a:gd name="connsiteX0" fmla="*/ 0 w 194048"/>
              <a:gd name="connsiteY0" fmla="*/ 0 h 88054"/>
              <a:gd name="connsiteX1" fmla="*/ 49834 w 194048"/>
              <a:gd name="connsiteY1" fmla="*/ 19117 h 88054"/>
              <a:gd name="connsiteX2" fmla="*/ 194048 w 194048"/>
              <a:gd name="connsiteY2" fmla="*/ 88054 h 88054"/>
              <a:gd name="connsiteX3" fmla="*/ 0 w 194048"/>
              <a:gd name="connsiteY3" fmla="*/ 0 h 88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048" h="88054">
                <a:moveTo>
                  <a:pt x="0" y="0"/>
                </a:moveTo>
                <a:lnTo>
                  <a:pt x="49834" y="19117"/>
                </a:lnTo>
                <a:cubicBezTo>
                  <a:pt x="98938" y="40242"/>
                  <a:pt x="147040" y="63251"/>
                  <a:pt x="194048" y="88054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1" name="手繪多邊形: 圖案 390">
            <a:extLst>
              <a:ext uri="{FF2B5EF4-FFF2-40B4-BE49-F238E27FC236}">
                <a16:creationId xmlns:a16="http://schemas.microsoft.com/office/drawing/2014/main" id="{72C6B6BC-D721-4C13-BD1C-4AB03E1FC6B8}"/>
              </a:ext>
            </a:extLst>
          </p:cNvPr>
          <p:cNvSpPr/>
          <p:nvPr/>
        </p:nvSpPr>
        <p:spPr>
          <a:xfrm>
            <a:off x="4166949" y="3429111"/>
            <a:ext cx="1201834" cy="1409673"/>
          </a:xfrm>
          <a:custGeom>
            <a:avLst/>
            <a:gdLst>
              <a:gd name="connsiteX0" fmla="*/ 1021530 w 1201834"/>
              <a:gd name="connsiteY0" fmla="*/ 0 h 1409673"/>
              <a:gd name="connsiteX1" fmla="*/ 979235 w 1201834"/>
              <a:gd name="connsiteY1" fmla="*/ 24488 h 1409673"/>
              <a:gd name="connsiteX2" fmla="*/ 1201834 w 1201834"/>
              <a:gd name="connsiteY2" fmla="*/ 426167 h 1409673"/>
              <a:gd name="connsiteX3" fmla="*/ 1169969 w 1201834"/>
              <a:gd name="connsiteY3" fmla="*/ 444616 h 1409673"/>
              <a:gd name="connsiteX4" fmla="*/ 528503 w 1201834"/>
              <a:gd name="connsiteY4" fmla="*/ 1279818 h 1409673"/>
              <a:gd name="connsiteX5" fmla="*/ 495115 w 1201834"/>
              <a:gd name="connsiteY5" fmla="*/ 1409673 h 1409673"/>
              <a:gd name="connsiteX6" fmla="*/ 237947 w 1201834"/>
              <a:gd name="connsiteY6" fmla="*/ 1363748 h 1409673"/>
              <a:gd name="connsiteX7" fmla="*/ 0 w 1201834"/>
              <a:gd name="connsiteY7" fmla="*/ 1308830 h 1409673"/>
              <a:gd name="connsiteX8" fmla="*/ 30268 w 1201834"/>
              <a:gd name="connsiteY8" fmla="*/ 1191112 h 1409673"/>
              <a:gd name="connsiteX9" fmla="*/ 1021530 w 1201834"/>
              <a:gd name="connsiteY9" fmla="*/ 0 h 1409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01834" h="1409673">
                <a:moveTo>
                  <a:pt x="1021530" y="0"/>
                </a:moveTo>
                <a:lnTo>
                  <a:pt x="979235" y="24488"/>
                </a:lnTo>
                <a:lnTo>
                  <a:pt x="1201834" y="426167"/>
                </a:lnTo>
                <a:lnTo>
                  <a:pt x="1169969" y="444616"/>
                </a:lnTo>
                <a:cubicBezTo>
                  <a:pt x="867437" y="636013"/>
                  <a:pt x="636983" y="931046"/>
                  <a:pt x="528503" y="1279818"/>
                </a:cubicBezTo>
                <a:lnTo>
                  <a:pt x="495115" y="1409673"/>
                </a:lnTo>
                <a:lnTo>
                  <a:pt x="237947" y="1363748"/>
                </a:lnTo>
                <a:lnTo>
                  <a:pt x="0" y="1308830"/>
                </a:lnTo>
                <a:lnTo>
                  <a:pt x="30268" y="1191112"/>
                </a:lnTo>
                <a:cubicBezTo>
                  <a:pt x="190663" y="675428"/>
                  <a:pt x="551444" y="248030"/>
                  <a:pt x="1021530" y="0"/>
                </a:cubicBez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2" name="手繪多邊形: 圖案 391">
            <a:extLst>
              <a:ext uri="{FF2B5EF4-FFF2-40B4-BE49-F238E27FC236}">
                <a16:creationId xmlns:a16="http://schemas.microsoft.com/office/drawing/2014/main" id="{1D282196-7925-4DCC-91F4-6EE3B358CDA6}"/>
              </a:ext>
            </a:extLst>
          </p:cNvPr>
          <p:cNvSpPr/>
          <p:nvPr/>
        </p:nvSpPr>
        <p:spPr>
          <a:xfrm>
            <a:off x="7077544" y="3429110"/>
            <a:ext cx="78871" cy="45664"/>
          </a:xfrm>
          <a:custGeom>
            <a:avLst/>
            <a:gdLst>
              <a:gd name="connsiteX0" fmla="*/ 0 w 78871"/>
              <a:gd name="connsiteY0" fmla="*/ 0 h 45664"/>
              <a:gd name="connsiteX1" fmla="*/ 78871 w 78871"/>
              <a:gd name="connsiteY1" fmla="*/ 45664 h 45664"/>
              <a:gd name="connsiteX2" fmla="*/ 78871 w 78871"/>
              <a:gd name="connsiteY2" fmla="*/ 45664 h 45664"/>
              <a:gd name="connsiteX3" fmla="*/ 0 w 78871"/>
              <a:gd name="connsiteY3" fmla="*/ 0 h 4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71" h="45664">
                <a:moveTo>
                  <a:pt x="0" y="0"/>
                </a:moveTo>
                <a:lnTo>
                  <a:pt x="78871" y="45664"/>
                </a:lnTo>
                <a:lnTo>
                  <a:pt x="78871" y="456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3" name="手繪多邊形: 圖案 392">
            <a:extLst>
              <a:ext uri="{FF2B5EF4-FFF2-40B4-BE49-F238E27FC236}">
                <a16:creationId xmlns:a16="http://schemas.microsoft.com/office/drawing/2014/main" id="{71D3F974-2065-412C-BC6D-A26E2BC2C486}"/>
              </a:ext>
            </a:extLst>
          </p:cNvPr>
          <p:cNvSpPr/>
          <p:nvPr/>
        </p:nvSpPr>
        <p:spPr>
          <a:xfrm>
            <a:off x="6942145" y="3474774"/>
            <a:ext cx="1156928" cy="1358154"/>
          </a:xfrm>
          <a:custGeom>
            <a:avLst/>
            <a:gdLst>
              <a:gd name="connsiteX0" fmla="*/ 214269 w 1156928"/>
              <a:gd name="connsiteY0" fmla="*/ 0 h 1358154"/>
              <a:gd name="connsiteX1" fmla="*/ 273054 w 1156928"/>
              <a:gd name="connsiteY1" fmla="*/ 34035 h 1358154"/>
              <a:gd name="connsiteX2" fmla="*/ 1126660 w 1156928"/>
              <a:gd name="connsiteY2" fmla="*/ 1145448 h 1358154"/>
              <a:gd name="connsiteX3" fmla="*/ 1156928 w 1156928"/>
              <a:gd name="connsiteY3" fmla="*/ 1263166 h 1358154"/>
              <a:gd name="connsiteX4" fmla="*/ 918981 w 1156928"/>
              <a:gd name="connsiteY4" fmla="*/ 1318084 h 1358154"/>
              <a:gd name="connsiteX5" fmla="*/ 694601 w 1156928"/>
              <a:gd name="connsiteY5" fmla="*/ 1358154 h 1358154"/>
              <a:gd name="connsiteX6" fmla="*/ 662717 w 1156928"/>
              <a:gd name="connsiteY6" fmla="*/ 1234154 h 1358154"/>
              <a:gd name="connsiteX7" fmla="*/ 21251 w 1156928"/>
              <a:gd name="connsiteY7" fmla="*/ 398952 h 1358154"/>
              <a:gd name="connsiteX8" fmla="*/ 0 w 1156928"/>
              <a:gd name="connsiteY8" fmla="*/ 386648 h 1358154"/>
              <a:gd name="connsiteX9" fmla="*/ 214269 w 1156928"/>
              <a:gd name="connsiteY9" fmla="*/ 0 h 135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6928" h="1358154">
                <a:moveTo>
                  <a:pt x="214269" y="0"/>
                </a:moveTo>
                <a:lnTo>
                  <a:pt x="273054" y="34035"/>
                </a:lnTo>
                <a:cubicBezTo>
                  <a:pt x="675637" y="288728"/>
                  <a:pt x="982305" y="681332"/>
                  <a:pt x="1126660" y="1145448"/>
                </a:cubicBezTo>
                <a:lnTo>
                  <a:pt x="1156928" y="1263166"/>
                </a:lnTo>
                <a:lnTo>
                  <a:pt x="918981" y="1318084"/>
                </a:lnTo>
                <a:lnTo>
                  <a:pt x="694601" y="1358154"/>
                </a:lnTo>
                <a:lnTo>
                  <a:pt x="662717" y="1234154"/>
                </a:lnTo>
                <a:cubicBezTo>
                  <a:pt x="554237" y="885382"/>
                  <a:pt x="323783" y="590349"/>
                  <a:pt x="21251" y="398952"/>
                </a:cubicBezTo>
                <a:lnTo>
                  <a:pt x="0" y="386648"/>
                </a:lnTo>
                <a:lnTo>
                  <a:pt x="214269" y="0"/>
                </a:lnTo>
                <a:close/>
              </a:path>
            </a:pathLst>
          </a:custGeom>
          <a:solidFill>
            <a:srgbClr val="000000">
              <a:alpha val="21961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33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E4A3866-1332-44D3-B54F-25D53F808403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949A8E8-31C1-40B4-91CF-EB3A19BA2589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8260997-E021-412D-9323-E73A13105B09}"/>
              </a:ext>
            </a:extLst>
          </p:cNvPr>
          <p:cNvSpPr txBox="1"/>
          <p:nvPr/>
        </p:nvSpPr>
        <p:spPr>
          <a:xfrm>
            <a:off x="9589142" y="6382195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22D7428D-42D4-4132-BCE1-1F41EE265E0B}"/>
              </a:ext>
            </a:extLst>
          </p:cNvPr>
          <p:cNvSpPr txBox="1"/>
          <p:nvPr/>
        </p:nvSpPr>
        <p:spPr>
          <a:xfrm>
            <a:off x="10471234" y="6096089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2585040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上半場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826A7E21-C45A-4CA5-91AE-0609386132E6}"/>
              </a:ext>
            </a:extLst>
          </p:cNvPr>
          <p:cNvSpPr txBox="1"/>
          <p:nvPr/>
        </p:nvSpPr>
        <p:spPr>
          <a:xfrm>
            <a:off x="4393417" y="176906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R7</a:t>
            </a:r>
            <a:endParaRPr lang="zh-TW" altLang="en-US" b="1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61AFC087-E91D-4F5B-8C3C-C772AB8EEE9C}"/>
              </a:ext>
            </a:extLst>
          </p:cNvPr>
          <p:cNvSpPr txBox="1"/>
          <p:nvPr/>
        </p:nvSpPr>
        <p:spPr>
          <a:xfrm>
            <a:off x="7172967" y="1713096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L4/7</a:t>
            </a:r>
            <a:endParaRPr lang="zh-TW" altLang="en-US" b="1" dirty="0"/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01494974-F6C2-4D79-8840-FFF2D5BF1CE2}"/>
              </a:ext>
            </a:extLst>
          </p:cNvPr>
          <p:cNvGrpSpPr/>
          <p:nvPr/>
        </p:nvGrpSpPr>
        <p:grpSpPr>
          <a:xfrm>
            <a:off x="2096592" y="3343569"/>
            <a:ext cx="8008293" cy="3302412"/>
            <a:chOff x="2096592" y="3343569"/>
            <a:chExt cx="8008293" cy="3302412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5FF6310E-F0EF-4DEF-BBAF-CB15A30BA9D1}"/>
                </a:ext>
              </a:extLst>
            </p:cNvPr>
            <p:cNvSpPr/>
            <p:nvPr/>
          </p:nvSpPr>
          <p:spPr>
            <a:xfrm>
              <a:off x="5423344" y="4414848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1DEB4D74-B29D-4C8E-9107-ADD32461027F}"/>
                </a:ext>
              </a:extLst>
            </p:cNvPr>
            <p:cNvSpPr/>
            <p:nvPr/>
          </p:nvSpPr>
          <p:spPr>
            <a:xfrm>
              <a:off x="3406727" y="609329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F2F1067A-F838-4C74-AF6E-7518FCD42478}"/>
                </a:ext>
              </a:extLst>
            </p:cNvPr>
            <p:cNvSpPr/>
            <p:nvPr/>
          </p:nvSpPr>
          <p:spPr>
            <a:xfrm>
              <a:off x="3718940" y="5515378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C326681E-B3D4-47BD-8313-AAD3B10F624D}"/>
                </a:ext>
              </a:extLst>
            </p:cNvPr>
            <p:cNvSpPr/>
            <p:nvPr/>
          </p:nvSpPr>
          <p:spPr>
            <a:xfrm>
              <a:off x="4707080" y="4645820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62FDA9C6-486E-4E5B-BAF9-E448E9D63D9B}"/>
                </a:ext>
              </a:extLst>
            </p:cNvPr>
            <p:cNvSpPr/>
            <p:nvPr/>
          </p:nvSpPr>
          <p:spPr>
            <a:xfrm>
              <a:off x="6173003" y="4414707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橢圓 99">
              <a:extLst>
                <a:ext uri="{FF2B5EF4-FFF2-40B4-BE49-F238E27FC236}">
                  <a16:creationId xmlns:a16="http://schemas.microsoft.com/office/drawing/2014/main" id="{CAB13D97-3D2D-476E-87FD-DAD5B24794D2}"/>
                </a:ext>
              </a:extLst>
            </p:cNvPr>
            <p:cNvSpPr/>
            <p:nvPr/>
          </p:nvSpPr>
          <p:spPr>
            <a:xfrm>
              <a:off x="6903423" y="465320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橢圓 100">
              <a:extLst>
                <a:ext uri="{FF2B5EF4-FFF2-40B4-BE49-F238E27FC236}">
                  <a16:creationId xmlns:a16="http://schemas.microsoft.com/office/drawing/2014/main" id="{9740DAE0-EA51-4F8C-B3BB-302DEFDE9BB0}"/>
                </a:ext>
              </a:extLst>
            </p:cNvPr>
            <p:cNvSpPr/>
            <p:nvPr/>
          </p:nvSpPr>
          <p:spPr>
            <a:xfrm>
              <a:off x="7549052" y="5062476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67CD43A2-EAA8-4238-A579-1E7B1029C782}"/>
                </a:ext>
              </a:extLst>
            </p:cNvPr>
            <p:cNvSpPr/>
            <p:nvPr/>
          </p:nvSpPr>
          <p:spPr>
            <a:xfrm>
              <a:off x="8275165" y="609748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549AE2AB-0D10-41AC-B4F4-F45972420079}"/>
                </a:ext>
              </a:extLst>
            </p:cNvPr>
            <p:cNvSpPr/>
            <p:nvPr/>
          </p:nvSpPr>
          <p:spPr>
            <a:xfrm>
              <a:off x="7994144" y="553495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540D912-3F95-4CE2-BB85-C7E8B4CA25AE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0C5A37CC-A4A4-4AEE-BCBC-49F6BBBEEEAA}"/>
                </a:ext>
              </a:extLst>
            </p:cNvPr>
            <p:cNvSpPr/>
            <p:nvPr/>
          </p:nvSpPr>
          <p:spPr>
            <a:xfrm>
              <a:off x="2968910" y="537296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F8734F72-194B-4398-89E0-A1B534D5338C}"/>
                </a:ext>
              </a:extLst>
            </p:cNvPr>
            <p:cNvSpPr/>
            <p:nvPr/>
          </p:nvSpPr>
          <p:spPr>
            <a:xfrm>
              <a:off x="3335436" y="482449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C282285-2180-4434-B088-41AC5E6E0030}"/>
                </a:ext>
              </a:extLst>
            </p:cNvPr>
            <p:cNvSpPr/>
            <p:nvPr/>
          </p:nvSpPr>
          <p:spPr>
            <a:xfrm>
              <a:off x="3800173" y="4394027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B42F9674-0CC3-4D30-9198-D8B3205FAD97}"/>
                </a:ext>
              </a:extLst>
            </p:cNvPr>
            <p:cNvSpPr/>
            <p:nvPr/>
          </p:nvSpPr>
          <p:spPr>
            <a:xfrm>
              <a:off x="4328961" y="4048402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CE0F6BD-26DB-4188-AE11-C053B8B56847}"/>
                </a:ext>
              </a:extLst>
            </p:cNvPr>
            <p:cNvSpPr/>
            <p:nvPr/>
          </p:nvSpPr>
          <p:spPr>
            <a:xfrm>
              <a:off x="5538628" y="371318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973C993D-CA0C-4BD4-943A-4038ACB3C4D1}"/>
                </a:ext>
              </a:extLst>
            </p:cNvPr>
            <p:cNvSpPr/>
            <p:nvPr/>
          </p:nvSpPr>
          <p:spPr>
            <a:xfrm>
              <a:off x="6167184" y="3731916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橢圓 112">
              <a:extLst>
                <a:ext uri="{FF2B5EF4-FFF2-40B4-BE49-F238E27FC236}">
                  <a16:creationId xmlns:a16="http://schemas.microsoft.com/office/drawing/2014/main" id="{61F57A30-A28D-4F45-A3FE-E6A597E7C9D9}"/>
                </a:ext>
              </a:extLst>
            </p:cNvPr>
            <p:cNvSpPr/>
            <p:nvPr/>
          </p:nvSpPr>
          <p:spPr>
            <a:xfrm>
              <a:off x="6800746" y="387534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DE4C9038-6C78-456F-9E67-01AD4EBEB6A0}"/>
                </a:ext>
              </a:extLst>
            </p:cNvPr>
            <p:cNvSpPr/>
            <p:nvPr/>
          </p:nvSpPr>
          <p:spPr>
            <a:xfrm>
              <a:off x="7401005" y="409734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橢圓 114">
              <a:extLst>
                <a:ext uri="{FF2B5EF4-FFF2-40B4-BE49-F238E27FC236}">
                  <a16:creationId xmlns:a16="http://schemas.microsoft.com/office/drawing/2014/main" id="{CB8CD845-3B23-45B1-BFF7-E477D2C725E7}"/>
                </a:ext>
              </a:extLst>
            </p:cNvPr>
            <p:cNvSpPr/>
            <p:nvPr/>
          </p:nvSpPr>
          <p:spPr>
            <a:xfrm>
              <a:off x="7907795" y="4475863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DABD3B3-848B-4BC2-8AD1-44A7123077AF}"/>
                </a:ext>
              </a:extLst>
            </p:cNvPr>
            <p:cNvSpPr/>
            <p:nvPr/>
          </p:nvSpPr>
          <p:spPr>
            <a:xfrm>
              <a:off x="8345598" y="4938332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BFFD1422-C76C-466B-8505-163CFAF1F1A5}"/>
                </a:ext>
              </a:extLst>
            </p:cNvPr>
            <p:cNvSpPr/>
            <p:nvPr/>
          </p:nvSpPr>
          <p:spPr>
            <a:xfrm>
              <a:off x="8682447" y="542574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413A3407-B355-44FE-95EC-D3E19FFA97ED}"/>
                </a:ext>
              </a:extLst>
            </p:cNvPr>
            <p:cNvSpPr/>
            <p:nvPr/>
          </p:nvSpPr>
          <p:spPr>
            <a:xfrm>
              <a:off x="8925725" y="5994371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E5642DE1-30BC-428B-B219-1D55DEDCC8BF}"/>
                </a:ext>
              </a:extLst>
            </p:cNvPr>
            <p:cNvSpPr/>
            <p:nvPr/>
          </p:nvSpPr>
          <p:spPr>
            <a:xfrm>
              <a:off x="2096592" y="5728686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3FA7863A-9735-457C-BCF6-C49816C8A94D}"/>
                </a:ext>
              </a:extLst>
            </p:cNvPr>
            <p:cNvSpPr/>
            <p:nvPr/>
          </p:nvSpPr>
          <p:spPr>
            <a:xfrm>
              <a:off x="2344641" y="5106021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D92EB931-4C57-41D3-8E8A-6DEA04499A9E}"/>
                </a:ext>
              </a:extLst>
            </p:cNvPr>
            <p:cNvSpPr/>
            <p:nvPr/>
          </p:nvSpPr>
          <p:spPr>
            <a:xfrm>
              <a:off x="2718732" y="454463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FE94CC27-09D4-49F4-859A-48162A62099F}"/>
                </a:ext>
              </a:extLst>
            </p:cNvPr>
            <p:cNvSpPr/>
            <p:nvPr/>
          </p:nvSpPr>
          <p:spPr>
            <a:xfrm>
              <a:off x="3173627" y="4057421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B3E9233C-3A43-4066-B4D7-B40625876700}"/>
                </a:ext>
              </a:extLst>
            </p:cNvPr>
            <p:cNvSpPr/>
            <p:nvPr/>
          </p:nvSpPr>
          <p:spPr>
            <a:xfrm>
              <a:off x="3691394" y="3655632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6681987E-3902-47BF-A0FA-DA3601669DFA}"/>
                </a:ext>
              </a:extLst>
            </p:cNvPr>
            <p:cNvSpPr/>
            <p:nvPr/>
          </p:nvSpPr>
          <p:spPr>
            <a:xfrm>
              <a:off x="4322452" y="334356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橢圓 124">
              <a:extLst>
                <a:ext uri="{FF2B5EF4-FFF2-40B4-BE49-F238E27FC236}">
                  <a16:creationId xmlns:a16="http://schemas.microsoft.com/office/drawing/2014/main" id="{D103FC4E-02C0-4A1A-AFBF-D99623EE75DF}"/>
                </a:ext>
              </a:extLst>
            </p:cNvPr>
            <p:cNvSpPr/>
            <p:nvPr/>
          </p:nvSpPr>
          <p:spPr>
            <a:xfrm>
              <a:off x="9556389" y="5765934"/>
              <a:ext cx="548496" cy="5484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75FAF34E-3984-408B-830A-62C4FE5C2917}"/>
                </a:ext>
              </a:extLst>
            </p:cNvPr>
            <p:cNvSpPr/>
            <p:nvPr/>
          </p:nvSpPr>
          <p:spPr>
            <a:xfrm>
              <a:off x="9312919" y="5156875"/>
              <a:ext cx="548496" cy="5484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C8D3AE34-2DCD-439E-A33D-2C18291AC6F8}"/>
                </a:ext>
              </a:extLst>
            </p:cNvPr>
            <p:cNvSpPr/>
            <p:nvPr/>
          </p:nvSpPr>
          <p:spPr>
            <a:xfrm>
              <a:off x="8961534" y="46114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A4058500-BB13-4AC3-8E7D-F11D4157DCFA}"/>
                </a:ext>
              </a:extLst>
            </p:cNvPr>
            <p:cNvSpPr/>
            <p:nvPr/>
          </p:nvSpPr>
          <p:spPr>
            <a:xfrm>
              <a:off x="8511092" y="41263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2" name="橢圓 141">
              <a:extLst>
                <a:ext uri="{FF2B5EF4-FFF2-40B4-BE49-F238E27FC236}">
                  <a16:creationId xmlns:a16="http://schemas.microsoft.com/office/drawing/2014/main" id="{FC08801F-D81A-40B6-B1BA-7F1192DFE2AA}"/>
                </a:ext>
              </a:extLst>
            </p:cNvPr>
            <p:cNvSpPr/>
            <p:nvPr/>
          </p:nvSpPr>
          <p:spPr>
            <a:xfrm>
              <a:off x="7998860" y="3691639"/>
              <a:ext cx="548496" cy="5484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橢圓 145">
              <a:extLst>
                <a:ext uri="{FF2B5EF4-FFF2-40B4-BE49-F238E27FC236}">
                  <a16:creationId xmlns:a16="http://schemas.microsoft.com/office/drawing/2014/main" id="{B8B2F8E3-2F7A-4B20-AA43-2E6B0B00216A}"/>
                </a:ext>
              </a:extLst>
            </p:cNvPr>
            <p:cNvSpPr/>
            <p:nvPr/>
          </p:nvSpPr>
          <p:spPr>
            <a:xfrm>
              <a:off x="4122040" y="503693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747B4B43-5FE5-41BE-A5F6-321C34712D09}"/>
                </a:ext>
              </a:extLst>
            </p:cNvPr>
            <p:cNvSpPr/>
            <p:nvPr/>
          </p:nvSpPr>
          <p:spPr>
            <a:xfrm>
              <a:off x="4921988" y="381745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195578" y="315447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3" name="橢圓 162">
            <a:extLst>
              <a:ext uri="{FF2B5EF4-FFF2-40B4-BE49-F238E27FC236}">
                <a16:creationId xmlns:a16="http://schemas.microsoft.com/office/drawing/2014/main" id="{46933808-2226-4F33-B2AC-D82F822AC5B4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E128EEF3-101B-4A20-A824-2888AD42CA02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2B9513C4-26E2-4341-9C6D-80EBD2DCC058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14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L5</a:t>
            </a:r>
            <a:endParaRPr lang="zh-TW" altLang="en-US" b="1" dirty="0"/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0ABAB4AD-64C7-4184-9982-9D4304CFC406}"/>
              </a:ext>
            </a:extLst>
          </p:cNvPr>
          <p:cNvSpPr txBox="1"/>
          <p:nvPr/>
        </p:nvSpPr>
        <p:spPr>
          <a:xfrm>
            <a:off x="1888566" y="6324183"/>
            <a:ext cx="6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R7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7A4AFDF1-1633-406F-8531-BC12A46BB9D1}"/>
              </a:ext>
            </a:extLst>
          </p:cNvPr>
          <p:cNvSpPr txBox="1"/>
          <p:nvPr/>
        </p:nvSpPr>
        <p:spPr>
          <a:xfrm>
            <a:off x="9903717" y="6477768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15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6">
                    <a:lumMod val="75000"/>
                  </a:schemeClr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  <p:sp>
        <p:nvSpPr>
          <p:cNvPr id="171" name="文字方塊 170">
            <a:extLst>
              <a:ext uri="{FF2B5EF4-FFF2-40B4-BE49-F238E27FC236}">
                <a16:creationId xmlns:a16="http://schemas.microsoft.com/office/drawing/2014/main" id="{360C7CE6-54FB-4424-8678-756199FA927B}"/>
              </a:ext>
            </a:extLst>
          </p:cNvPr>
          <p:cNvSpPr txBox="1"/>
          <p:nvPr/>
        </p:nvSpPr>
        <p:spPr>
          <a:xfrm>
            <a:off x="10785809" y="6191662"/>
            <a:ext cx="981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30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en-US" altLang="zh-TW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cm</a:t>
            </a:r>
            <a:r>
              <a:rPr lang="zh-TW" altLang="en-US" sz="1600" b="1" dirty="0">
                <a:solidFill>
                  <a:schemeClr val="accent1"/>
                </a:solidFill>
                <a:latin typeface="Topedia Sans TW Beta" pitchFamily="2" charset="-120"/>
                <a:ea typeface="Topedia Sans TW Beta" pitchFamily="2" charset="-120"/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294101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690119" y="2316819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校內團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826A7E21-C45A-4CA5-91AE-0609386132E6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144" name="文字方塊 143">
            <a:extLst>
              <a:ext uri="{FF2B5EF4-FFF2-40B4-BE49-F238E27FC236}">
                <a16:creationId xmlns:a16="http://schemas.microsoft.com/office/drawing/2014/main" id="{61AFC087-E91D-4F5B-8C3C-C772AB8EEE9C}"/>
              </a:ext>
            </a:extLst>
          </p:cNvPr>
          <p:cNvSpPr txBox="1"/>
          <p:nvPr/>
        </p:nvSpPr>
        <p:spPr>
          <a:xfrm>
            <a:off x="6867210" y="174181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4</a:t>
            </a:r>
            <a:endParaRPr lang="zh-TW" altLang="en-US" b="1" dirty="0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269475" y="23665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4852288" y="247209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417237" y="2598704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3986186" y="2742380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580003" y="292751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195578" y="3154475"/>
            <a:ext cx="400496" cy="40049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Tp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37708" y="2316819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574607" y="2355347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7004805" y="2449913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413529" y="2602084"/>
            <a:ext cx="400496" cy="400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Tb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1" name="橢圓 170">
            <a:extLst>
              <a:ext uri="{FF2B5EF4-FFF2-40B4-BE49-F238E27FC236}">
                <a16:creationId xmlns:a16="http://schemas.microsoft.com/office/drawing/2014/main" id="{D8CE5767-0E1F-4754-94F8-8536935B70B7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2" name="橢圓 171">
            <a:extLst>
              <a:ext uri="{FF2B5EF4-FFF2-40B4-BE49-F238E27FC236}">
                <a16:creationId xmlns:a16="http://schemas.microsoft.com/office/drawing/2014/main" id="{C6939ABA-03D6-411D-9E0A-D23CEE43AD2D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3" name="橢圓 172">
            <a:extLst>
              <a:ext uri="{FF2B5EF4-FFF2-40B4-BE49-F238E27FC236}">
                <a16:creationId xmlns:a16="http://schemas.microsoft.com/office/drawing/2014/main" id="{FAEB4C00-A665-4EF8-BC1A-04278158619E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A97908FA-B5B4-4584-9CFC-8FEA8D00C658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483AB5DB-155B-4D17-93FB-6FCF9E09CBB8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ECC96FF1-7E4F-4D9A-BCAF-62BF99A49747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3BE2E89B-9E71-434B-845E-5B7F9699A346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029D09A6-5B1E-41AC-9B56-04C30DB08DE8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6D356855-ED4B-4522-BB0D-AF7B58F1C20E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FBEA11EF-B8C5-4E21-A9DF-44011DA88CA3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F925D4F9-8192-46F4-A0C8-FCC6CDE08E06}"/>
              </a:ext>
            </a:extLst>
          </p:cNvPr>
          <p:cNvSpPr/>
          <p:nvPr/>
        </p:nvSpPr>
        <p:spPr>
          <a:xfrm>
            <a:off x="2968910" y="537296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0CB80038-CD8A-4F52-A6F9-D971DA3DEFE5}"/>
              </a:ext>
            </a:extLst>
          </p:cNvPr>
          <p:cNvSpPr/>
          <p:nvPr/>
        </p:nvSpPr>
        <p:spPr>
          <a:xfrm>
            <a:off x="3335436" y="4824494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3" name="橢圓 182">
            <a:extLst>
              <a:ext uri="{FF2B5EF4-FFF2-40B4-BE49-F238E27FC236}">
                <a16:creationId xmlns:a16="http://schemas.microsoft.com/office/drawing/2014/main" id="{DA6F8F66-005F-4C18-93CD-55218539CB9A}"/>
              </a:ext>
            </a:extLst>
          </p:cNvPr>
          <p:cNvSpPr/>
          <p:nvPr/>
        </p:nvSpPr>
        <p:spPr>
          <a:xfrm>
            <a:off x="3800173" y="4394027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269AE700-8F14-4455-913F-440BE61842E6}"/>
              </a:ext>
            </a:extLst>
          </p:cNvPr>
          <p:cNvSpPr/>
          <p:nvPr/>
        </p:nvSpPr>
        <p:spPr>
          <a:xfrm>
            <a:off x="4328961" y="404840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F15F8D3A-E2B8-4DCA-8362-C14EDC0C9747}"/>
              </a:ext>
            </a:extLst>
          </p:cNvPr>
          <p:cNvSpPr/>
          <p:nvPr/>
        </p:nvSpPr>
        <p:spPr>
          <a:xfrm>
            <a:off x="5538628" y="371318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C4FDBB6D-629A-42CC-834F-63E4E422A4C0}"/>
              </a:ext>
            </a:extLst>
          </p:cNvPr>
          <p:cNvSpPr/>
          <p:nvPr/>
        </p:nvSpPr>
        <p:spPr>
          <a:xfrm>
            <a:off x="6167184" y="3731916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527B028B-A811-436B-BB5C-8CA5EFEE21F8}"/>
              </a:ext>
            </a:extLst>
          </p:cNvPr>
          <p:cNvSpPr/>
          <p:nvPr/>
        </p:nvSpPr>
        <p:spPr>
          <a:xfrm>
            <a:off x="6800746" y="387534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1A3495F7-8FDF-48A2-A989-7016B3C97D41}"/>
              </a:ext>
            </a:extLst>
          </p:cNvPr>
          <p:cNvSpPr/>
          <p:nvPr/>
        </p:nvSpPr>
        <p:spPr>
          <a:xfrm>
            <a:off x="7401005" y="4097349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ABE1A7AC-5000-4901-A6B3-9CE643F48899}"/>
              </a:ext>
            </a:extLst>
          </p:cNvPr>
          <p:cNvSpPr/>
          <p:nvPr/>
        </p:nvSpPr>
        <p:spPr>
          <a:xfrm>
            <a:off x="7907795" y="447586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C351B9A5-5B8B-457E-8753-DFD0C257E631}"/>
              </a:ext>
            </a:extLst>
          </p:cNvPr>
          <p:cNvSpPr/>
          <p:nvPr/>
        </p:nvSpPr>
        <p:spPr>
          <a:xfrm>
            <a:off x="8345598" y="4938332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2C4B0B0D-4C2B-4DA3-8705-7867DEA24BFF}"/>
              </a:ext>
            </a:extLst>
          </p:cNvPr>
          <p:cNvSpPr/>
          <p:nvPr/>
        </p:nvSpPr>
        <p:spPr>
          <a:xfrm>
            <a:off x="8682447" y="5425744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E6BC18A4-E26C-4D2F-B929-5AF017830AA6}"/>
              </a:ext>
            </a:extLst>
          </p:cNvPr>
          <p:cNvSpPr/>
          <p:nvPr/>
        </p:nvSpPr>
        <p:spPr>
          <a:xfrm>
            <a:off x="8925725" y="5994371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E76FE7FD-A952-4B16-AE7B-76C5D32705D3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9720EB28-9603-451B-8204-55D270393763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B8B37163-0D44-420C-B228-9330B539818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BDC3D6BC-E104-4422-8EB2-81B20AAF6A4A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D75F9DD7-E3C1-4455-B294-FC04DC314643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3C2BF351-F1AF-4DB9-AB3D-05C868AB2C96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488E6D24-3974-4097-9BC8-2B8A53AA3C4B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2952EE2F-4ECE-4B03-9E6D-63ADAE1D983B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FA6EA9BE-08B6-4E88-8CFB-4F2CA14F3BB7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A121728E-6AB7-4D10-8D25-1F1CD19671D4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7FE12D7F-D373-4A48-ABE7-BE9F49CE3EDD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4" name="橢圓 203">
            <a:extLst>
              <a:ext uri="{FF2B5EF4-FFF2-40B4-BE49-F238E27FC236}">
                <a16:creationId xmlns:a16="http://schemas.microsoft.com/office/drawing/2014/main" id="{EE700851-0C2E-4800-ABC2-1797C300862B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5" name="橢圓 204">
            <a:extLst>
              <a:ext uri="{FF2B5EF4-FFF2-40B4-BE49-F238E27FC236}">
                <a16:creationId xmlns:a16="http://schemas.microsoft.com/office/drawing/2014/main" id="{50C4B006-377E-4B1E-A933-4375B9360AB2}"/>
              </a:ext>
            </a:extLst>
          </p:cNvPr>
          <p:cNvSpPr/>
          <p:nvPr/>
        </p:nvSpPr>
        <p:spPr>
          <a:xfrm>
            <a:off x="4921988" y="381745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6" name="橢圓 205">
            <a:extLst>
              <a:ext uri="{FF2B5EF4-FFF2-40B4-BE49-F238E27FC236}">
                <a16:creationId xmlns:a16="http://schemas.microsoft.com/office/drawing/2014/main" id="{71F59007-374F-40FE-804B-AA14ABF88ACC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1" name="橢圓 210">
            <a:extLst>
              <a:ext uri="{FF2B5EF4-FFF2-40B4-BE49-F238E27FC236}">
                <a16:creationId xmlns:a16="http://schemas.microsoft.com/office/drawing/2014/main" id="{C1B70BCC-9A59-426E-B34D-404C255DF1C8}"/>
              </a:ext>
            </a:extLst>
          </p:cNvPr>
          <p:cNvSpPr/>
          <p:nvPr/>
        </p:nvSpPr>
        <p:spPr>
          <a:xfrm>
            <a:off x="7832377" y="2753852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2" name="橢圓 211">
            <a:extLst>
              <a:ext uri="{FF2B5EF4-FFF2-40B4-BE49-F238E27FC236}">
                <a16:creationId xmlns:a16="http://schemas.microsoft.com/office/drawing/2014/main" id="{6389CDD1-A582-450B-8C32-8FC0746B6728}"/>
              </a:ext>
            </a:extLst>
          </p:cNvPr>
          <p:cNvSpPr/>
          <p:nvPr/>
        </p:nvSpPr>
        <p:spPr>
          <a:xfrm>
            <a:off x="8261116" y="2944181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3" name="橢圓 212">
            <a:extLst>
              <a:ext uri="{FF2B5EF4-FFF2-40B4-BE49-F238E27FC236}">
                <a16:creationId xmlns:a16="http://schemas.microsoft.com/office/drawing/2014/main" id="{311C8D97-C3ED-41EA-9A9E-B6E5D546FC2E}"/>
              </a:ext>
            </a:extLst>
          </p:cNvPr>
          <p:cNvSpPr/>
          <p:nvPr/>
        </p:nvSpPr>
        <p:spPr>
          <a:xfrm>
            <a:off x="8632091" y="3171755"/>
            <a:ext cx="400496" cy="400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2F3399EE-6B5C-4E00-B26D-2CBB8AFF4296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5836E06F-661F-40AC-9911-A0AB2FAFBE1B}"/>
              </a:ext>
            </a:extLst>
          </p:cNvPr>
          <p:cNvSpPr txBox="1"/>
          <p:nvPr/>
        </p:nvSpPr>
        <p:spPr>
          <a:xfrm>
            <a:off x="4077781" y="6224225"/>
            <a:ext cx="87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7</a:t>
            </a:r>
          </a:p>
          <a:p>
            <a:r>
              <a:rPr lang="en-US" altLang="zh-TW" b="1" dirty="0"/>
              <a:t>(3-2-2)</a:t>
            </a:r>
            <a:endParaRPr lang="zh-TW" altLang="en-US" b="1" dirty="0"/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713A5DAF-A135-4DCB-8FEE-6ECF566E9EFD}"/>
              </a:ext>
            </a:extLst>
          </p:cNvPr>
          <p:cNvSpPr txBox="1"/>
          <p:nvPr/>
        </p:nvSpPr>
        <p:spPr>
          <a:xfrm>
            <a:off x="6564096" y="5477881"/>
            <a:ext cx="101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err="1"/>
              <a:t>Picc</a:t>
            </a:r>
            <a:r>
              <a:rPr lang="en-US" altLang="zh-TW" b="1" dirty="0"/>
              <a:t>/Fl 6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084806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校友團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</a:p>
          <a:p>
            <a:r>
              <a:rPr lang="en-US" altLang="zh-TW" sz="1600" dirty="0">
                <a:latin typeface="Topedia Sans TW Beta" pitchFamily="2" charset="-120"/>
                <a:ea typeface="Topedia Sans TW Beta" pitchFamily="2" charset="-120"/>
              </a:rPr>
              <a:t>Music for a Festival</a:t>
            </a:r>
            <a:endParaRPr lang="zh-TW" altLang="en-US" sz="1600" dirty="0">
              <a:latin typeface="Topedia Sans TW Beta" pitchFamily="2" charset="-120"/>
              <a:ea typeface="Topedia Sans TW Beta" pitchFamily="2" charset="-120"/>
            </a:endParaRP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01494974-F6C2-4D79-8840-FFF2D5BF1CE2}"/>
              </a:ext>
            </a:extLst>
          </p:cNvPr>
          <p:cNvGrpSpPr/>
          <p:nvPr/>
        </p:nvGrpSpPr>
        <p:grpSpPr>
          <a:xfrm>
            <a:off x="2096592" y="3123789"/>
            <a:ext cx="8008293" cy="3522192"/>
            <a:chOff x="2096592" y="3123789"/>
            <a:chExt cx="8008293" cy="3522192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5FF6310E-F0EF-4DEF-BBAF-CB15A30BA9D1}"/>
                </a:ext>
              </a:extLst>
            </p:cNvPr>
            <p:cNvSpPr/>
            <p:nvPr/>
          </p:nvSpPr>
          <p:spPr>
            <a:xfrm>
              <a:off x="5423344" y="4414848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Picc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1DEB4D74-B29D-4C8E-9107-ADD32461027F}"/>
                </a:ext>
              </a:extLst>
            </p:cNvPr>
            <p:cNvSpPr/>
            <p:nvPr/>
          </p:nvSpPr>
          <p:spPr>
            <a:xfrm>
              <a:off x="3406727" y="6093295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F2F1067A-F838-4C74-AF6E-7518FCD42478}"/>
                </a:ext>
              </a:extLst>
            </p:cNvPr>
            <p:cNvSpPr/>
            <p:nvPr/>
          </p:nvSpPr>
          <p:spPr>
            <a:xfrm>
              <a:off x="3718940" y="5515378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C326681E-B3D4-47BD-8313-AAD3B10F624D}"/>
                </a:ext>
              </a:extLst>
            </p:cNvPr>
            <p:cNvSpPr/>
            <p:nvPr/>
          </p:nvSpPr>
          <p:spPr>
            <a:xfrm>
              <a:off x="4707080" y="4645820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E</a:t>
              </a:r>
              <a:r>
                <a:rPr lang="en-US" altLang="zh-TW" sz="1600" dirty="0" err="1">
                  <a:solidFill>
                    <a:schemeClr val="tx1"/>
                  </a:solidFill>
                </a:rPr>
                <a:t>♭</a:t>
              </a:r>
              <a:r>
                <a:rPr lang="en-US" altLang="zh-TW" dirty="0" err="1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62FDA9C6-486E-4E5B-BAF9-E448E9D63D9B}"/>
                </a:ext>
              </a:extLst>
            </p:cNvPr>
            <p:cNvSpPr/>
            <p:nvPr/>
          </p:nvSpPr>
          <p:spPr>
            <a:xfrm>
              <a:off x="6173003" y="4414707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橢圓 99">
              <a:extLst>
                <a:ext uri="{FF2B5EF4-FFF2-40B4-BE49-F238E27FC236}">
                  <a16:creationId xmlns:a16="http://schemas.microsoft.com/office/drawing/2014/main" id="{CAB13D97-3D2D-476E-87FD-DAD5B24794D2}"/>
                </a:ext>
              </a:extLst>
            </p:cNvPr>
            <p:cNvSpPr/>
            <p:nvPr/>
          </p:nvSpPr>
          <p:spPr>
            <a:xfrm>
              <a:off x="6903423" y="4653204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橢圓 100">
              <a:extLst>
                <a:ext uri="{FF2B5EF4-FFF2-40B4-BE49-F238E27FC236}">
                  <a16:creationId xmlns:a16="http://schemas.microsoft.com/office/drawing/2014/main" id="{9740DAE0-EA51-4F8C-B3BB-302DEFDE9BB0}"/>
                </a:ext>
              </a:extLst>
            </p:cNvPr>
            <p:cNvSpPr/>
            <p:nvPr/>
          </p:nvSpPr>
          <p:spPr>
            <a:xfrm>
              <a:off x="7549052" y="5062476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67CD43A2-EAA8-4238-A579-1E7B1029C782}"/>
                </a:ext>
              </a:extLst>
            </p:cNvPr>
            <p:cNvSpPr/>
            <p:nvPr/>
          </p:nvSpPr>
          <p:spPr>
            <a:xfrm>
              <a:off x="8275165" y="609748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Ob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549AE2AB-0D10-41AC-B4F4-F45972420079}"/>
                </a:ext>
              </a:extLst>
            </p:cNvPr>
            <p:cNvSpPr/>
            <p:nvPr/>
          </p:nvSpPr>
          <p:spPr>
            <a:xfrm>
              <a:off x="7994144" y="553495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Ob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540D912-3F95-4CE2-BB85-C7E8B4CA25AE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0C5A37CC-A4A4-4AEE-BCBC-49F6BBBEEEAA}"/>
                </a:ext>
              </a:extLst>
            </p:cNvPr>
            <p:cNvSpPr/>
            <p:nvPr/>
          </p:nvSpPr>
          <p:spPr>
            <a:xfrm>
              <a:off x="2968910" y="537296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F8734F72-194B-4398-89E0-A1B534D5338C}"/>
                </a:ext>
              </a:extLst>
            </p:cNvPr>
            <p:cNvSpPr/>
            <p:nvPr/>
          </p:nvSpPr>
          <p:spPr>
            <a:xfrm>
              <a:off x="3335436" y="482449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C282285-2180-4434-B088-41AC5E6E0030}"/>
                </a:ext>
              </a:extLst>
            </p:cNvPr>
            <p:cNvSpPr/>
            <p:nvPr/>
          </p:nvSpPr>
          <p:spPr>
            <a:xfrm>
              <a:off x="3800173" y="4394027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B42F9674-0CC3-4D30-9198-D8B3205FAD97}"/>
                </a:ext>
              </a:extLst>
            </p:cNvPr>
            <p:cNvSpPr/>
            <p:nvPr/>
          </p:nvSpPr>
          <p:spPr>
            <a:xfrm>
              <a:off x="4328961" y="4048402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CE0F6BD-26DB-4188-AE11-C053B8B56847}"/>
                </a:ext>
              </a:extLst>
            </p:cNvPr>
            <p:cNvSpPr/>
            <p:nvPr/>
          </p:nvSpPr>
          <p:spPr>
            <a:xfrm>
              <a:off x="5538628" y="371318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973C993D-CA0C-4BD4-943A-4038ACB3C4D1}"/>
                </a:ext>
              </a:extLst>
            </p:cNvPr>
            <p:cNvSpPr/>
            <p:nvPr/>
          </p:nvSpPr>
          <p:spPr>
            <a:xfrm>
              <a:off x="6167184" y="3731916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橢圓 112">
              <a:extLst>
                <a:ext uri="{FF2B5EF4-FFF2-40B4-BE49-F238E27FC236}">
                  <a16:creationId xmlns:a16="http://schemas.microsoft.com/office/drawing/2014/main" id="{61F57A30-A28D-4F45-A3FE-E6A597E7C9D9}"/>
                </a:ext>
              </a:extLst>
            </p:cNvPr>
            <p:cNvSpPr/>
            <p:nvPr/>
          </p:nvSpPr>
          <p:spPr>
            <a:xfrm>
              <a:off x="6800746" y="387534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BsCl</a:t>
              </a:r>
              <a:endParaRPr lang="en-US" altLang="zh-TW" dirty="0">
                <a:solidFill>
                  <a:schemeClr val="tx1"/>
                </a:solidFill>
              </a:endParaRPr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DE4C9038-6C78-456F-9E67-01AD4EBEB6A0}"/>
                </a:ext>
              </a:extLst>
            </p:cNvPr>
            <p:cNvSpPr/>
            <p:nvPr/>
          </p:nvSpPr>
          <p:spPr>
            <a:xfrm>
              <a:off x="7401005" y="4097349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橢圓 114">
              <a:extLst>
                <a:ext uri="{FF2B5EF4-FFF2-40B4-BE49-F238E27FC236}">
                  <a16:creationId xmlns:a16="http://schemas.microsoft.com/office/drawing/2014/main" id="{CB8CD845-3B23-45B1-BFF7-E477D2C725E7}"/>
                </a:ext>
              </a:extLst>
            </p:cNvPr>
            <p:cNvSpPr/>
            <p:nvPr/>
          </p:nvSpPr>
          <p:spPr>
            <a:xfrm>
              <a:off x="7907795" y="4475863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DABD3B3-848B-4BC2-8AD1-44A7123077AF}"/>
                </a:ext>
              </a:extLst>
            </p:cNvPr>
            <p:cNvSpPr/>
            <p:nvPr/>
          </p:nvSpPr>
          <p:spPr>
            <a:xfrm>
              <a:off x="8345598" y="4938332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BFFD1422-C76C-466B-8505-163CFAF1F1A5}"/>
                </a:ext>
              </a:extLst>
            </p:cNvPr>
            <p:cNvSpPr/>
            <p:nvPr/>
          </p:nvSpPr>
          <p:spPr>
            <a:xfrm>
              <a:off x="8682447" y="5425744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413A3407-B355-44FE-95EC-D3E19FFA97ED}"/>
                </a:ext>
              </a:extLst>
            </p:cNvPr>
            <p:cNvSpPr/>
            <p:nvPr/>
          </p:nvSpPr>
          <p:spPr>
            <a:xfrm>
              <a:off x="8925725" y="5994371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E5642DE1-30BC-428B-B219-1D55DEDCC8BF}"/>
                </a:ext>
              </a:extLst>
            </p:cNvPr>
            <p:cNvSpPr/>
            <p:nvPr/>
          </p:nvSpPr>
          <p:spPr>
            <a:xfrm>
              <a:off x="2096592" y="5728686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3FA7863A-9735-457C-BCF6-C49816C8A94D}"/>
                </a:ext>
              </a:extLst>
            </p:cNvPr>
            <p:cNvSpPr/>
            <p:nvPr/>
          </p:nvSpPr>
          <p:spPr>
            <a:xfrm>
              <a:off x="2344641" y="5106021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D92EB931-4C57-41D3-8E8A-6DEA04499A9E}"/>
                </a:ext>
              </a:extLst>
            </p:cNvPr>
            <p:cNvSpPr/>
            <p:nvPr/>
          </p:nvSpPr>
          <p:spPr>
            <a:xfrm>
              <a:off x="2718732" y="4544639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FE94CC27-09D4-49F4-859A-48162A62099F}"/>
                </a:ext>
              </a:extLst>
            </p:cNvPr>
            <p:cNvSpPr/>
            <p:nvPr/>
          </p:nvSpPr>
          <p:spPr>
            <a:xfrm>
              <a:off x="3173627" y="4057421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B3E9233C-3A43-4066-B4D7-B40625876700}"/>
                </a:ext>
              </a:extLst>
            </p:cNvPr>
            <p:cNvSpPr/>
            <p:nvPr/>
          </p:nvSpPr>
          <p:spPr>
            <a:xfrm>
              <a:off x="3691394" y="3655632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6681987E-3902-47BF-A0FA-DA3601669DFA}"/>
                </a:ext>
              </a:extLst>
            </p:cNvPr>
            <p:cNvSpPr/>
            <p:nvPr/>
          </p:nvSpPr>
          <p:spPr>
            <a:xfrm>
              <a:off x="4322452" y="3343569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橢圓 124">
              <a:extLst>
                <a:ext uri="{FF2B5EF4-FFF2-40B4-BE49-F238E27FC236}">
                  <a16:creationId xmlns:a16="http://schemas.microsoft.com/office/drawing/2014/main" id="{D103FC4E-02C0-4A1A-AFBF-D99623EE75DF}"/>
                </a:ext>
              </a:extLst>
            </p:cNvPr>
            <p:cNvSpPr/>
            <p:nvPr/>
          </p:nvSpPr>
          <p:spPr>
            <a:xfrm>
              <a:off x="9556389" y="576593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chemeClr val="tx1"/>
                  </a:solidFill>
                </a:rPr>
                <a:t>St.Bs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75FAF34E-3984-408B-830A-62C4FE5C2917}"/>
                </a:ext>
              </a:extLst>
            </p:cNvPr>
            <p:cNvSpPr/>
            <p:nvPr/>
          </p:nvSpPr>
          <p:spPr>
            <a:xfrm>
              <a:off x="9312919" y="515687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Tuba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C8D3AE34-2DCD-439E-A33D-2C18291AC6F8}"/>
                </a:ext>
              </a:extLst>
            </p:cNvPr>
            <p:cNvSpPr/>
            <p:nvPr/>
          </p:nvSpPr>
          <p:spPr>
            <a:xfrm>
              <a:off x="8961534" y="46114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Tuba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A4058500-BB13-4AC3-8E7D-F11D4157DCFA}"/>
                </a:ext>
              </a:extLst>
            </p:cNvPr>
            <p:cNvSpPr/>
            <p:nvPr/>
          </p:nvSpPr>
          <p:spPr>
            <a:xfrm>
              <a:off x="8511092" y="41263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chemeClr val="tx1"/>
                  </a:solidFill>
                </a:rPr>
                <a:t>Euph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2" name="橢圓 141">
              <a:extLst>
                <a:ext uri="{FF2B5EF4-FFF2-40B4-BE49-F238E27FC236}">
                  <a16:creationId xmlns:a16="http://schemas.microsoft.com/office/drawing/2014/main" id="{FC08801F-D81A-40B6-B1BA-7F1192DFE2AA}"/>
                </a:ext>
              </a:extLst>
            </p:cNvPr>
            <p:cNvSpPr/>
            <p:nvPr/>
          </p:nvSpPr>
          <p:spPr>
            <a:xfrm>
              <a:off x="7998860" y="369163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橢圓 145">
              <a:extLst>
                <a:ext uri="{FF2B5EF4-FFF2-40B4-BE49-F238E27FC236}">
                  <a16:creationId xmlns:a16="http://schemas.microsoft.com/office/drawing/2014/main" id="{B8B2F8E3-2F7A-4B20-AA43-2E6B0B00216A}"/>
                </a:ext>
              </a:extLst>
            </p:cNvPr>
            <p:cNvSpPr/>
            <p:nvPr/>
          </p:nvSpPr>
          <p:spPr>
            <a:xfrm>
              <a:off x="4122040" y="50369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747B4B43-5FE5-41BE-A5F6-321C34712D09}"/>
                </a:ext>
              </a:extLst>
            </p:cNvPr>
            <p:cNvSpPr/>
            <p:nvPr/>
          </p:nvSpPr>
          <p:spPr>
            <a:xfrm>
              <a:off x="4921988" y="3817455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橢圓 194">
              <a:extLst>
                <a:ext uri="{FF2B5EF4-FFF2-40B4-BE49-F238E27FC236}">
                  <a16:creationId xmlns:a16="http://schemas.microsoft.com/office/drawing/2014/main" id="{6E02A139-2784-4137-84EB-C55F9030F9F3}"/>
                </a:ext>
              </a:extLst>
            </p:cNvPr>
            <p:cNvSpPr/>
            <p:nvPr/>
          </p:nvSpPr>
          <p:spPr>
            <a:xfrm>
              <a:off x="4913730" y="3123789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群組 179">
            <a:extLst>
              <a:ext uri="{FF2B5EF4-FFF2-40B4-BE49-F238E27FC236}">
                <a16:creationId xmlns:a16="http://schemas.microsoft.com/office/drawing/2014/main" id="{0F26DA8D-1C83-4D8D-B152-9CAF89FCF13E}"/>
              </a:ext>
            </a:extLst>
          </p:cNvPr>
          <p:cNvGrpSpPr/>
          <p:nvPr/>
        </p:nvGrpSpPr>
        <p:grpSpPr>
          <a:xfrm>
            <a:off x="3195578" y="2316819"/>
            <a:ext cx="5837009" cy="1255432"/>
            <a:chOff x="3195578" y="2316819"/>
            <a:chExt cx="5837009" cy="1255432"/>
          </a:xfrm>
        </p:grpSpPr>
        <p:sp>
          <p:nvSpPr>
            <p:cNvPr id="181" name="橢圓 180">
              <a:extLst>
                <a:ext uri="{FF2B5EF4-FFF2-40B4-BE49-F238E27FC236}">
                  <a16:creationId xmlns:a16="http://schemas.microsoft.com/office/drawing/2014/main" id="{090B9E0A-348F-4F27-B1A0-ED1BAAEBB27D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7DA12B3F-482E-40DB-9B4D-CF4C2F3694D4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A0B647A0-40AA-4D16-A309-F4F1713DDA99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4" name="橢圓 183">
              <a:extLst>
                <a:ext uri="{FF2B5EF4-FFF2-40B4-BE49-F238E27FC236}">
                  <a16:creationId xmlns:a16="http://schemas.microsoft.com/office/drawing/2014/main" id="{29626542-8357-408D-B0D9-2340EDEA288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D1F8FB62-8B56-4596-A46E-1D1041D7362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00D58A2F-41D8-4D38-91F6-962F6E15994A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橢圓 186">
              <a:extLst>
                <a:ext uri="{FF2B5EF4-FFF2-40B4-BE49-F238E27FC236}">
                  <a16:creationId xmlns:a16="http://schemas.microsoft.com/office/drawing/2014/main" id="{3619F655-57C3-475B-88AE-1B714EEF506C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 err="1">
                  <a:solidFill>
                    <a:schemeClr val="tx1"/>
                  </a:solidFill>
                </a:rPr>
                <a:t>Tp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8" name="橢圓 187">
              <a:extLst>
                <a:ext uri="{FF2B5EF4-FFF2-40B4-BE49-F238E27FC236}">
                  <a16:creationId xmlns:a16="http://schemas.microsoft.com/office/drawing/2014/main" id="{D003E48E-80E1-4747-8E0F-5405FB32B1E8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9" name="橢圓 188">
              <a:extLst>
                <a:ext uri="{FF2B5EF4-FFF2-40B4-BE49-F238E27FC236}">
                  <a16:creationId xmlns:a16="http://schemas.microsoft.com/office/drawing/2014/main" id="{9549256B-D2D0-48A2-A4A5-32026CD520C2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0" name="橢圓 189">
              <a:extLst>
                <a:ext uri="{FF2B5EF4-FFF2-40B4-BE49-F238E27FC236}">
                  <a16:creationId xmlns:a16="http://schemas.microsoft.com/office/drawing/2014/main" id="{AADCFC06-6CDB-436E-91BE-4280B0240F78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1" name="橢圓 190">
              <a:extLst>
                <a:ext uri="{FF2B5EF4-FFF2-40B4-BE49-F238E27FC236}">
                  <a16:creationId xmlns:a16="http://schemas.microsoft.com/office/drawing/2014/main" id="{D3D6A6D2-35D0-438C-B5FB-F5CEF68BA98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2" name="橢圓 191">
              <a:extLst>
                <a:ext uri="{FF2B5EF4-FFF2-40B4-BE49-F238E27FC236}">
                  <a16:creationId xmlns:a16="http://schemas.microsoft.com/office/drawing/2014/main" id="{28A49FC3-0132-4309-A2AF-4ABC6660F76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3" name="橢圓 192">
              <a:extLst>
                <a:ext uri="{FF2B5EF4-FFF2-40B4-BE49-F238E27FC236}">
                  <a16:creationId xmlns:a16="http://schemas.microsoft.com/office/drawing/2014/main" id="{FEEC7CFF-3FFB-4EB7-832B-49688A4772F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4" name="橢圓 193">
              <a:extLst>
                <a:ext uri="{FF2B5EF4-FFF2-40B4-BE49-F238E27FC236}">
                  <a16:creationId xmlns:a16="http://schemas.microsoft.com/office/drawing/2014/main" id="{F9717A2E-5ED0-4044-A211-10B5707C7865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6" name="文字方塊 195">
            <a:extLst>
              <a:ext uri="{FF2B5EF4-FFF2-40B4-BE49-F238E27FC236}">
                <a16:creationId xmlns:a16="http://schemas.microsoft.com/office/drawing/2014/main" id="{57A46803-EBB6-4717-B618-66DC52263604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7</a:t>
            </a:r>
            <a:endParaRPr lang="zh-TW" altLang="en-US" b="1" dirty="0"/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493B5F39-2A4C-46D7-8C64-E32D3E843E1C}"/>
              </a:ext>
            </a:extLst>
          </p:cNvPr>
          <p:cNvSpPr txBox="1"/>
          <p:nvPr/>
        </p:nvSpPr>
        <p:spPr>
          <a:xfrm>
            <a:off x="6867210" y="1741817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7</a:t>
            </a:r>
            <a:endParaRPr lang="zh-TW" altLang="en-US" b="1" dirty="0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ACA43F0D-2FAD-482A-8086-9611212B602B}"/>
              </a:ext>
            </a:extLst>
          </p:cNvPr>
          <p:cNvSpPr/>
          <p:nvPr/>
        </p:nvSpPr>
        <p:spPr>
          <a:xfrm>
            <a:off x="9846516" y="27353"/>
            <a:ext cx="2324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opedia Sans TW Beta" pitchFamily="2" charset="-120"/>
                <a:ea typeface="Topedia Sans TW Beta" pitchFamily="2" charset="-120"/>
              </a:rPr>
              <a:t>確認中：</a:t>
            </a:r>
            <a:r>
              <a:rPr lang="en-US" altLang="zh-TW" dirty="0" err="1">
                <a:latin typeface="Topedia Sans TW Beta" pitchFamily="2" charset="-120"/>
                <a:ea typeface="Topedia Sans TW Beta" pitchFamily="2" charset="-120"/>
              </a:rPr>
              <a:t>BsCl</a:t>
            </a:r>
            <a:r>
              <a:rPr lang="en-US" altLang="zh-TW" dirty="0"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zh-TW" altLang="en-US" dirty="0">
                <a:latin typeface="Topedia Sans TW Beta" pitchFamily="2" charset="-120"/>
                <a:ea typeface="Topedia Sans TW Beta" pitchFamily="2" charset="-120"/>
              </a:rPr>
              <a:t>林敬宸</a:t>
            </a:r>
          </a:p>
        </p:txBody>
      </p:sp>
      <p:sp>
        <p:nvSpPr>
          <p:cNvPr id="199" name="文字方塊 198">
            <a:extLst>
              <a:ext uri="{FF2B5EF4-FFF2-40B4-BE49-F238E27FC236}">
                <a16:creationId xmlns:a16="http://schemas.microsoft.com/office/drawing/2014/main" id="{F7522514-BCC8-4828-932F-870B50F7DF4C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6</a:t>
            </a:r>
            <a:endParaRPr lang="zh-TW" altLang="en-US" b="1" dirty="0"/>
          </a:p>
        </p:txBody>
      </p:sp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5C9854A1-F472-436B-86D7-11BED362CE5E}"/>
              </a:ext>
            </a:extLst>
          </p:cNvPr>
          <p:cNvSpPr txBox="1"/>
          <p:nvPr/>
        </p:nvSpPr>
        <p:spPr>
          <a:xfrm>
            <a:off x="4077781" y="6224225"/>
            <a:ext cx="873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7</a:t>
            </a:r>
          </a:p>
          <a:p>
            <a:r>
              <a:rPr lang="en-US" altLang="zh-TW" b="1" dirty="0"/>
              <a:t>(3-3-4)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93115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協奏曲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01494974-F6C2-4D79-8840-FFF2D5BF1CE2}"/>
              </a:ext>
            </a:extLst>
          </p:cNvPr>
          <p:cNvGrpSpPr/>
          <p:nvPr/>
        </p:nvGrpSpPr>
        <p:grpSpPr>
          <a:xfrm>
            <a:off x="2096592" y="3123789"/>
            <a:ext cx="8008293" cy="3522192"/>
            <a:chOff x="2096592" y="3123789"/>
            <a:chExt cx="8008293" cy="3522192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5FF6310E-F0EF-4DEF-BBAF-CB15A30BA9D1}"/>
                </a:ext>
              </a:extLst>
            </p:cNvPr>
            <p:cNvSpPr/>
            <p:nvPr/>
          </p:nvSpPr>
          <p:spPr>
            <a:xfrm>
              <a:off x="5423344" y="4414848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E</a:t>
              </a:r>
              <a:r>
                <a:rPr lang="en-US" altLang="zh-TW" sz="1600" dirty="0" err="1">
                  <a:solidFill>
                    <a:schemeClr val="tx1"/>
                  </a:solidFill>
                </a:rPr>
                <a:t>♭</a:t>
              </a:r>
              <a:r>
                <a:rPr lang="en-US" altLang="zh-TW" dirty="0" err="1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1DEB4D74-B29D-4C8E-9107-ADD32461027F}"/>
                </a:ext>
              </a:extLst>
            </p:cNvPr>
            <p:cNvSpPr/>
            <p:nvPr/>
          </p:nvSpPr>
          <p:spPr>
            <a:xfrm>
              <a:off x="3406727" y="6093295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F2F1067A-F838-4C74-AF6E-7518FCD42478}"/>
                </a:ext>
              </a:extLst>
            </p:cNvPr>
            <p:cNvSpPr/>
            <p:nvPr/>
          </p:nvSpPr>
          <p:spPr>
            <a:xfrm>
              <a:off x="3718940" y="5515378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C326681E-B3D4-47BD-8313-AAD3B10F624D}"/>
                </a:ext>
              </a:extLst>
            </p:cNvPr>
            <p:cNvSpPr/>
            <p:nvPr/>
          </p:nvSpPr>
          <p:spPr>
            <a:xfrm>
              <a:off x="4707080" y="4645820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r>
                <a:rPr lang="zh-TW" altLang="en-US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62FDA9C6-486E-4E5B-BAF9-E448E9D63D9B}"/>
                </a:ext>
              </a:extLst>
            </p:cNvPr>
            <p:cNvSpPr/>
            <p:nvPr/>
          </p:nvSpPr>
          <p:spPr>
            <a:xfrm>
              <a:off x="6173003" y="4414707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橢圓 99">
              <a:extLst>
                <a:ext uri="{FF2B5EF4-FFF2-40B4-BE49-F238E27FC236}">
                  <a16:creationId xmlns:a16="http://schemas.microsoft.com/office/drawing/2014/main" id="{CAB13D97-3D2D-476E-87FD-DAD5B24794D2}"/>
                </a:ext>
              </a:extLst>
            </p:cNvPr>
            <p:cNvSpPr/>
            <p:nvPr/>
          </p:nvSpPr>
          <p:spPr>
            <a:xfrm>
              <a:off x="6903423" y="4653204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橢圓 100">
              <a:extLst>
                <a:ext uri="{FF2B5EF4-FFF2-40B4-BE49-F238E27FC236}">
                  <a16:creationId xmlns:a16="http://schemas.microsoft.com/office/drawing/2014/main" id="{9740DAE0-EA51-4F8C-B3BB-302DEFDE9BB0}"/>
                </a:ext>
              </a:extLst>
            </p:cNvPr>
            <p:cNvSpPr/>
            <p:nvPr/>
          </p:nvSpPr>
          <p:spPr>
            <a:xfrm>
              <a:off x="7549052" y="5062476"/>
              <a:ext cx="548496" cy="54849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Fl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67CD43A2-EAA8-4238-A579-1E7B1029C782}"/>
                </a:ext>
              </a:extLst>
            </p:cNvPr>
            <p:cNvSpPr/>
            <p:nvPr/>
          </p:nvSpPr>
          <p:spPr>
            <a:xfrm>
              <a:off x="8275165" y="609748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Ob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549AE2AB-0D10-41AC-B4F4-F45972420079}"/>
                </a:ext>
              </a:extLst>
            </p:cNvPr>
            <p:cNvSpPr/>
            <p:nvPr/>
          </p:nvSpPr>
          <p:spPr>
            <a:xfrm>
              <a:off x="7994144" y="553495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Ob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540D912-3F95-4CE2-BB85-C7E8B4CA25AE}"/>
                </a:ext>
              </a:extLst>
            </p:cNvPr>
            <p:cNvSpPr/>
            <p:nvPr/>
          </p:nvSpPr>
          <p:spPr>
            <a:xfrm>
              <a:off x="2735126" y="59605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0C5A37CC-A4A4-4AEE-BCBC-49F6BBBEEEAA}"/>
                </a:ext>
              </a:extLst>
            </p:cNvPr>
            <p:cNvSpPr/>
            <p:nvPr/>
          </p:nvSpPr>
          <p:spPr>
            <a:xfrm>
              <a:off x="2968910" y="537296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F8734F72-194B-4398-89E0-A1B534D5338C}"/>
                </a:ext>
              </a:extLst>
            </p:cNvPr>
            <p:cNvSpPr/>
            <p:nvPr/>
          </p:nvSpPr>
          <p:spPr>
            <a:xfrm>
              <a:off x="3335436" y="4824494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8C282285-2180-4434-B088-41AC5E6E0030}"/>
                </a:ext>
              </a:extLst>
            </p:cNvPr>
            <p:cNvSpPr/>
            <p:nvPr/>
          </p:nvSpPr>
          <p:spPr>
            <a:xfrm>
              <a:off x="3800173" y="4394027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9" name="橢圓 108">
              <a:extLst>
                <a:ext uri="{FF2B5EF4-FFF2-40B4-BE49-F238E27FC236}">
                  <a16:creationId xmlns:a16="http://schemas.microsoft.com/office/drawing/2014/main" id="{B42F9674-0CC3-4D30-9198-D8B3205FAD97}"/>
                </a:ext>
              </a:extLst>
            </p:cNvPr>
            <p:cNvSpPr/>
            <p:nvPr/>
          </p:nvSpPr>
          <p:spPr>
            <a:xfrm>
              <a:off x="4328961" y="4048402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3CE0F6BD-26DB-4188-AE11-C053B8B56847}"/>
                </a:ext>
              </a:extLst>
            </p:cNvPr>
            <p:cNvSpPr/>
            <p:nvPr/>
          </p:nvSpPr>
          <p:spPr>
            <a:xfrm>
              <a:off x="5538628" y="371318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橢圓 111">
              <a:extLst>
                <a:ext uri="{FF2B5EF4-FFF2-40B4-BE49-F238E27FC236}">
                  <a16:creationId xmlns:a16="http://schemas.microsoft.com/office/drawing/2014/main" id="{973C993D-CA0C-4BD4-943A-4038ACB3C4D1}"/>
                </a:ext>
              </a:extLst>
            </p:cNvPr>
            <p:cNvSpPr/>
            <p:nvPr/>
          </p:nvSpPr>
          <p:spPr>
            <a:xfrm>
              <a:off x="6167184" y="3731916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橢圓 112">
              <a:extLst>
                <a:ext uri="{FF2B5EF4-FFF2-40B4-BE49-F238E27FC236}">
                  <a16:creationId xmlns:a16="http://schemas.microsoft.com/office/drawing/2014/main" id="{61F57A30-A28D-4F45-A3FE-E6A597E7C9D9}"/>
                </a:ext>
              </a:extLst>
            </p:cNvPr>
            <p:cNvSpPr/>
            <p:nvPr/>
          </p:nvSpPr>
          <p:spPr>
            <a:xfrm>
              <a:off x="6800746" y="387534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BsCl</a:t>
              </a:r>
              <a:endParaRPr lang="en-US" altLang="zh-TW" dirty="0">
                <a:solidFill>
                  <a:schemeClr val="tx1"/>
                </a:solidFill>
              </a:endParaRPr>
            </a:p>
          </p:txBody>
        </p:sp>
        <p:sp>
          <p:nvSpPr>
            <p:cNvPr id="114" name="橢圓 113">
              <a:extLst>
                <a:ext uri="{FF2B5EF4-FFF2-40B4-BE49-F238E27FC236}">
                  <a16:creationId xmlns:a16="http://schemas.microsoft.com/office/drawing/2014/main" id="{DE4C9038-6C78-456F-9E67-01AD4EBEB6A0}"/>
                </a:ext>
              </a:extLst>
            </p:cNvPr>
            <p:cNvSpPr/>
            <p:nvPr/>
          </p:nvSpPr>
          <p:spPr>
            <a:xfrm>
              <a:off x="7401005" y="409734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橢圓 114">
              <a:extLst>
                <a:ext uri="{FF2B5EF4-FFF2-40B4-BE49-F238E27FC236}">
                  <a16:creationId xmlns:a16="http://schemas.microsoft.com/office/drawing/2014/main" id="{CB8CD845-3B23-45B1-BFF7-E477D2C725E7}"/>
                </a:ext>
              </a:extLst>
            </p:cNvPr>
            <p:cNvSpPr/>
            <p:nvPr/>
          </p:nvSpPr>
          <p:spPr>
            <a:xfrm>
              <a:off x="7907795" y="4475863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B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橢圓 115">
              <a:extLst>
                <a:ext uri="{FF2B5EF4-FFF2-40B4-BE49-F238E27FC236}">
                  <a16:creationId xmlns:a16="http://schemas.microsoft.com/office/drawing/2014/main" id="{1DABD3B3-848B-4BC2-8AD1-44A7123077AF}"/>
                </a:ext>
              </a:extLst>
            </p:cNvPr>
            <p:cNvSpPr/>
            <p:nvPr/>
          </p:nvSpPr>
          <p:spPr>
            <a:xfrm>
              <a:off x="8345598" y="4938332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橢圓 116">
              <a:extLst>
                <a:ext uri="{FF2B5EF4-FFF2-40B4-BE49-F238E27FC236}">
                  <a16:creationId xmlns:a16="http://schemas.microsoft.com/office/drawing/2014/main" id="{BFFD1422-C76C-466B-8505-163CFAF1F1A5}"/>
                </a:ext>
              </a:extLst>
            </p:cNvPr>
            <p:cNvSpPr/>
            <p:nvPr/>
          </p:nvSpPr>
          <p:spPr>
            <a:xfrm>
              <a:off x="8682447" y="5425744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橢圓 117">
              <a:extLst>
                <a:ext uri="{FF2B5EF4-FFF2-40B4-BE49-F238E27FC236}">
                  <a16:creationId xmlns:a16="http://schemas.microsoft.com/office/drawing/2014/main" id="{413A3407-B355-44FE-95EC-D3E19FFA97ED}"/>
                </a:ext>
              </a:extLst>
            </p:cNvPr>
            <p:cNvSpPr/>
            <p:nvPr/>
          </p:nvSpPr>
          <p:spPr>
            <a:xfrm>
              <a:off x="8925725" y="5994371"/>
              <a:ext cx="548496" cy="548496"/>
            </a:xfrm>
            <a:prstGeom prst="ellipse">
              <a:avLst/>
            </a:prstGeom>
            <a:solidFill>
              <a:srgbClr val="FFE1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E5642DE1-30BC-428B-B219-1D55DEDCC8BF}"/>
                </a:ext>
              </a:extLst>
            </p:cNvPr>
            <p:cNvSpPr/>
            <p:nvPr/>
          </p:nvSpPr>
          <p:spPr>
            <a:xfrm>
              <a:off x="2096592" y="5728686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3FA7863A-9735-457C-BCF6-C49816C8A94D}"/>
                </a:ext>
              </a:extLst>
            </p:cNvPr>
            <p:cNvSpPr/>
            <p:nvPr/>
          </p:nvSpPr>
          <p:spPr>
            <a:xfrm>
              <a:off x="2344641" y="5106021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D92EB931-4C57-41D3-8E8A-6DEA04499A9E}"/>
                </a:ext>
              </a:extLst>
            </p:cNvPr>
            <p:cNvSpPr/>
            <p:nvPr/>
          </p:nvSpPr>
          <p:spPr>
            <a:xfrm>
              <a:off x="2718732" y="454463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FE94CC27-09D4-49F4-859A-48162A62099F}"/>
                </a:ext>
              </a:extLst>
            </p:cNvPr>
            <p:cNvSpPr/>
            <p:nvPr/>
          </p:nvSpPr>
          <p:spPr>
            <a:xfrm>
              <a:off x="3173627" y="4057421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橢圓 122">
              <a:extLst>
                <a:ext uri="{FF2B5EF4-FFF2-40B4-BE49-F238E27FC236}">
                  <a16:creationId xmlns:a16="http://schemas.microsoft.com/office/drawing/2014/main" id="{B3E9233C-3A43-4066-B4D7-B40625876700}"/>
                </a:ext>
              </a:extLst>
            </p:cNvPr>
            <p:cNvSpPr/>
            <p:nvPr/>
          </p:nvSpPr>
          <p:spPr>
            <a:xfrm>
              <a:off x="3691394" y="3655632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橢圓 123">
              <a:extLst>
                <a:ext uri="{FF2B5EF4-FFF2-40B4-BE49-F238E27FC236}">
                  <a16:creationId xmlns:a16="http://schemas.microsoft.com/office/drawing/2014/main" id="{6681987E-3902-47BF-A0FA-DA3601669DFA}"/>
                </a:ext>
              </a:extLst>
            </p:cNvPr>
            <p:cNvSpPr/>
            <p:nvPr/>
          </p:nvSpPr>
          <p:spPr>
            <a:xfrm>
              <a:off x="4322452" y="3343569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橢圓 124">
              <a:extLst>
                <a:ext uri="{FF2B5EF4-FFF2-40B4-BE49-F238E27FC236}">
                  <a16:creationId xmlns:a16="http://schemas.microsoft.com/office/drawing/2014/main" id="{D103FC4E-02C0-4A1A-AFBF-D99623EE75DF}"/>
                </a:ext>
              </a:extLst>
            </p:cNvPr>
            <p:cNvSpPr/>
            <p:nvPr/>
          </p:nvSpPr>
          <p:spPr>
            <a:xfrm>
              <a:off x="9556389" y="5765934"/>
              <a:ext cx="548496" cy="5484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Cello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75FAF34E-3984-408B-830A-62C4FE5C2917}"/>
                </a:ext>
              </a:extLst>
            </p:cNvPr>
            <p:cNvSpPr/>
            <p:nvPr/>
          </p:nvSpPr>
          <p:spPr>
            <a:xfrm>
              <a:off x="9312919" y="5156875"/>
              <a:ext cx="548496" cy="54849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 err="1">
                  <a:solidFill>
                    <a:schemeClr val="tx1"/>
                  </a:solidFill>
                </a:rPr>
                <a:t>St.Bs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C8D3AE34-2DCD-439E-A33D-2C18291AC6F8}"/>
                </a:ext>
              </a:extLst>
            </p:cNvPr>
            <p:cNvSpPr/>
            <p:nvPr/>
          </p:nvSpPr>
          <p:spPr>
            <a:xfrm>
              <a:off x="8961534" y="46114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Tuba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A4058500-BB13-4AC3-8E7D-F11D4157DCFA}"/>
                </a:ext>
              </a:extLst>
            </p:cNvPr>
            <p:cNvSpPr/>
            <p:nvPr/>
          </p:nvSpPr>
          <p:spPr>
            <a:xfrm>
              <a:off x="8511092" y="4126305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Tuba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2" name="橢圓 141">
              <a:extLst>
                <a:ext uri="{FF2B5EF4-FFF2-40B4-BE49-F238E27FC236}">
                  <a16:creationId xmlns:a16="http://schemas.microsoft.com/office/drawing/2014/main" id="{FC08801F-D81A-40B6-B1BA-7F1192DFE2AA}"/>
                </a:ext>
              </a:extLst>
            </p:cNvPr>
            <p:cNvSpPr/>
            <p:nvPr/>
          </p:nvSpPr>
          <p:spPr>
            <a:xfrm>
              <a:off x="7998860" y="3691639"/>
              <a:ext cx="548496" cy="548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橢圓 145">
              <a:extLst>
                <a:ext uri="{FF2B5EF4-FFF2-40B4-BE49-F238E27FC236}">
                  <a16:creationId xmlns:a16="http://schemas.microsoft.com/office/drawing/2014/main" id="{B8B2F8E3-2F7A-4B20-AA43-2E6B0B00216A}"/>
                </a:ext>
              </a:extLst>
            </p:cNvPr>
            <p:cNvSpPr/>
            <p:nvPr/>
          </p:nvSpPr>
          <p:spPr>
            <a:xfrm>
              <a:off x="4122040" y="5036934"/>
              <a:ext cx="548496" cy="54849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Cl</a:t>
              </a:r>
              <a:r>
                <a:rPr lang="zh-TW" altLang="en-US" dirty="0">
                  <a:solidFill>
                    <a:schemeClr val="tx1"/>
                  </a:solidFill>
                </a:rPr>
                <a:t>*</a:t>
              </a:r>
            </a:p>
          </p:txBody>
        </p:sp>
        <p:sp>
          <p:nvSpPr>
            <p:cNvPr id="148" name="橢圓 147">
              <a:extLst>
                <a:ext uri="{FF2B5EF4-FFF2-40B4-BE49-F238E27FC236}">
                  <a16:creationId xmlns:a16="http://schemas.microsoft.com/office/drawing/2014/main" id="{747B4B43-5FE5-41BE-A5F6-321C34712D09}"/>
                </a:ext>
              </a:extLst>
            </p:cNvPr>
            <p:cNvSpPr/>
            <p:nvPr/>
          </p:nvSpPr>
          <p:spPr>
            <a:xfrm>
              <a:off x="4921988" y="3817455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5" name="橢圓 194">
              <a:extLst>
                <a:ext uri="{FF2B5EF4-FFF2-40B4-BE49-F238E27FC236}">
                  <a16:creationId xmlns:a16="http://schemas.microsoft.com/office/drawing/2014/main" id="{6E02A139-2784-4137-84EB-C55F9030F9F3}"/>
                </a:ext>
              </a:extLst>
            </p:cNvPr>
            <p:cNvSpPr/>
            <p:nvPr/>
          </p:nvSpPr>
          <p:spPr>
            <a:xfrm>
              <a:off x="4913730" y="3123789"/>
              <a:ext cx="548496" cy="548496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dirty="0" err="1">
                  <a:solidFill>
                    <a:schemeClr val="tx1"/>
                  </a:solidFill>
                </a:rPr>
                <a:t>Hn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1DB0BA30-CBF7-4B8A-AD02-A698B9355C93}"/>
              </a:ext>
            </a:extLst>
          </p:cNvPr>
          <p:cNvGrpSpPr/>
          <p:nvPr/>
        </p:nvGrpSpPr>
        <p:grpSpPr>
          <a:xfrm>
            <a:off x="3195578" y="1665778"/>
            <a:ext cx="5837009" cy="1906473"/>
            <a:chOff x="3195578" y="1665778"/>
            <a:chExt cx="5837009" cy="1906473"/>
          </a:xfrm>
        </p:grpSpPr>
        <p:sp>
          <p:nvSpPr>
            <p:cNvPr id="177" name="橢圓 176">
              <a:extLst>
                <a:ext uri="{FF2B5EF4-FFF2-40B4-BE49-F238E27FC236}">
                  <a16:creationId xmlns:a16="http://schemas.microsoft.com/office/drawing/2014/main" id="{1B293F30-5BDA-4243-98EE-0C27084AF4E0}"/>
                </a:ext>
              </a:extLst>
            </p:cNvPr>
            <p:cNvSpPr/>
            <p:nvPr/>
          </p:nvSpPr>
          <p:spPr>
            <a:xfrm>
              <a:off x="6137708" y="2316819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F333BDCE-0359-42FA-B3DC-E9B4FACE8C04}"/>
                </a:ext>
              </a:extLst>
            </p:cNvPr>
            <p:cNvSpPr/>
            <p:nvPr/>
          </p:nvSpPr>
          <p:spPr>
            <a:xfrm>
              <a:off x="6574607" y="2355347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9" name="橢圓 178">
              <a:extLst>
                <a:ext uri="{FF2B5EF4-FFF2-40B4-BE49-F238E27FC236}">
                  <a16:creationId xmlns:a16="http://schemas.microsoft.com/office/drawing/2014/main" id="{35C53D0E-B225-41C8-8F44-8E6FF2E57E03}"/>
                </a:ext>
              </a:extLst>
            </p:cNvPr>
            <p:cNvSpPr/>
            <p:nvPr/>
          </p:nvSpPr>
          <p:spPr>
            <a:xfrm>
              <a:off x="7004805" y="2449913"/>
              <a:ext cx="400496" cy="40049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Tb</a:t>
              </a:r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9" name="橢圓 198">
              <a:extLst>
                <a:ext uri="{FF2B5EF4-FFF2-40B4-BE49-F238E27FC236}">
                  <a16:creationId xmlns:a16="http://schemas.microsoft.com/office/drawing/2014/main" id="{3B719792-FD40-4D66-8EA1-DB85F66616D3}"/>
                </a:ext>
              </a:extLst>
            </p:cNvPr>
            <p:cNvSpPr/>
            <p:nvPr/>
          </p:nvSpPr>
          <p:spPr>
            <a:xfrm>
              <a:off x="5690119" y="2316819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0" name="橢圓 199">
              <a:extLst>
                <a:ext uri="{FF2B5EF4-FFF2-40B4-BE49-F238E27FC236}">
                  <a16:creationId xmlns:a16="http://schemas.microsoft.com/office/drawing/2014/main" id="{0F294986-E5F5-48B9-B4C4-43CDC7452E16}"/>
                </a:ext>
              </a:extLst>
            </p:cNvPr>
            <p:cNvSpPr/>
            <p:nvPr/>
          </p:nvSpPr>
          <p:spPr>
            <a:xfrm>
              <a:off x="5269475" y="23665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1" name="橢圓 200">
              <a:extLst>
                <a:ext uri="{FF2B5EF4-FFF2-40B4-BE49-F238E27FC236}">
                  <a16:creationId xmlns:a16="http://schemas.microsoft.com/office/drawing/2014/main" id="{41CC920F-4F2F-417F-9981-CF9023B6BB74}"/>
                </a:ext>
              </a:extLst>
            </p:cNvPr>
            <p:cNvSpPr/>
            <p:nvPr/>
          </p:nvSpPr>
          <p:spPr>
            <a:xfrm>
              <a:off x="4852288" y="247209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2" name="橢圓 201">
              <a:extLst>
                <a:ext uri="{FF2B5EF4-FFF2-40B4-BE49-F238E27FC236}">
                  <a16:creationId xmlns:a16="http://schemas.microsoft.com/office/drawing/2014/main" id="{1E250A8B-CF12-41B8-A597-8EB539AF8238}"/>
                </a:ext>
              </a:extLst>
            </p:cNvPr>
            <p:cNvSpPr/>
            <p:nvPr/>
          </p:nvSpPr>
          <p:spPr>
            <a:xfrm>
              <a:off x="4417237" y="259870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3" name="橢圓 202">
              <a:extLst>
                <a:ext uri="{FF2B5EF4-FFF2-40B4-BE49-F238E27FC236}">
                  <a16:creationId xmlns:a16="http://schemas.microsoft.com/office/drawing/2014/main" id="{45F3D9A9-95BD-4A24-88C4-48CE572DA48E}"/>
                </a:ext>
              </a:extLst>
            </p:cNvPr>
            <p:cNvSpPr/>
            <p:nvPr/>
          </p:nvSpPr>
          <p:spPr>
            <a:xfrm>
              <a:off x="3986186" y="2742380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4" name="橢圓 203">
              <a:extLst>
                <a:ext uri="{FF2B5EF4-FFF2-40B4-BE49-F238E27FC236}">
                  <a16:creationId xmlns:a16="http://schemas.microsoft.com/office/drawing/2014/main" id="{19A128EE-ABFB-4D8E-96B1-548E5DB8326E}"/>
                </a:ext>
              </a:extLst>
            </p:cNvPr>
            <p:cNvSpPr/>
            <p:nvPr/>
          </p:nvSpPr>
          <p:spPr>
            <a:xfrm>
              <a:off x="3580003" y="292751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5" name="橢圓 204">
              <a:extLst>
                <a:ext uri="{FF2B5EF4-FFF2-40B4-BE49-F238E27FC236}">
                  <a16:creationId xmlns:a16="http://schemas.microsoft.com/office/drawing/2014/main" id="{D6BAB783-8C81-4EE9-83E6-6141550A52CB}"/>
                </a:ext>
              </a:extLst>
            </p:cNvPr>
            <p:cNvSpPr/>
            <p:nvPr/>
          </p:nvSpPr>
          <p:spPr>
            <a:xfrm>
              <a:off x="3195578" y="315447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6" name="橢圓 205">
              <a:extLst>
                <a:ext uri="{FF2B5EF4-FFF2-40B4-BE49-F238E27FC236}">
                  <a16:creationId xmlns:a16="http://schemas.microsoft.com/office/drawing/2014/main" id="{A7B5CADD-E027-4B14-A64A-E5A958EEB598}"/>
                </a:ext>
              </a:extLst>
            </p:cNvPr>
            <p:cNvSpPr/>
            <p:nvPr/>
          </p:nvSpPr>
          <p:spPr>
            <a:xfrm>
              <a:off x="7413529" y="2602084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7" name="橢圓 206">
              <a:extLst>
                <a:ext uri="{FF2B5EF4-FFF2-40B4-BE49-F238E27FC236}">
                  <a16:creationId xmlns:a16="http://schemas.microsoft.com/office/drawing/2014/main" id="{5BA260B8-8CC9-4CB4-A722-258A4C948B03}"/>
                </a:ext>
              </a:extLst>
            </p:cNvPr>
            <p:cNvSpPr/>
            <p:nvPr/>
          </p:nvSpPr>
          <p:spPr>
            <a:xfrm>
              <a:off x="7832377" y="2753852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8" name="橢圓 207">
              <a:extLst>
                <a:ext uri="{FF2B5EF4-FFF2-40B4-BE49-F238E27FC236}">
                  <a16:creationId xmlns:a16="http://schemas.microsoft.com/office/drawing/2014/main" id="{F9C8D5CD-286A-48B1-B9E0-347341DB3F20}"/>
                </a:ext>
              </a:extLst>
            </p:cNvPr>
            <p:cNvSpPr/>
            <p:nvPr/>
          </p:nvSpPr>
          <p:spPr>
            <a:xfrm>
              <a:off x="8261116" y="2944181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9" name="橢圓 208">
              <a:extLst>
                <a:ext uri="{FF2B5EF4-FFF2-40B4-BE49-F238E27FC236}">
                  <a16:creationId xmlns:a16="http://schemas.microsoft.com/office/drawing/2014/main" id="{28456E07-E75F-42DD-ABF7-2128E892E7D8}"/>
                </a:ext>
              </a:extLst>
            </p:cNvPr>
            <p:cNvSpPr/>
            <p:nvPr/>
          </p:nvSpPr>
          <p:spPr>
            <a:xfrm>
              <a:off x="8632091" y="3171755"/>
              <a:ext cx="400496" cy="40049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10" name="文字方塊 209">
              <a:extLst>
                <a:ext uri="{FF2B5EF4-FFF2-40B4-BE49-F238E27FC236}">
                  <a16:creationId xmlns:a16="http://schemas.microsoft.com/office/drawing/2014/main" id="{B061B5EE-8117-41D0-91A0-555AB67EB280}"/>
                </a:ext>
              </a:extLst>
            </p:cNvPr>
            <p:cNvSpPr txBox="1"/>
            <p:nvPr/>
          </p:nvSpPr>
          <p:spPr>
            <a:xfrm>
              <a:off x="6761981" y="1665778"/>
              <a:ext cx="58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Tb 3</a:t>
              </a:r>
              <a:endParaRPr lang="zh-TW" altLang="en-US" b="1" dirty="0"/>
            </a:p>
          </p:txBody>
        </p:sp>
      </p:grpSp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0C985EE4-C0D1-4EEE-9EBC-8E066634701E}"/>
              </a:ext>
            </a:extLst>
          </p:cNvPr>
          <p:cNvSpPr txBox="1"/>
          <p:nvPr/>
        </p:nvSpPr>
        <p:spPr>
          <a:xfrm>
            <a:off x="4679932" y="5453871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Hn</a:t>
            </a:r>
            <a:r>
              <a:rPr lang="en-US" altLang="zh-TW" b="1" dirty="0"/>
              <a:t> 4</a:t>
            </a:r>
            <a:endParaRPr lang="zh-TW" altLang="en-US" b="1" dirty="0"/>
          </a:p>
        </p:txBody>
      </p:sp>
      <p:sp>
        <p:nvSpPr>
          <p:cNvPr id="212" name="文字方塊 211">
            <a:extLst>
              <a:ext uri="{FF2B5EF4-FFF2-40B4-BE49-F238E27FC236}">
                <a16:creationId xmlns:a16="http://schemas.microsoft.com/office/drawing/2014/main" id="{3699FF43-15CB-4682-ADD6-A7916FD0E381}"/>
              </a:ext>
            </a:extLst>
          </p:cNvPr>
          <p:cNvSpPr txBox="1"/>
          <p:nvPr/>
        </p:nvSpPr>
        <p:spPr>
          <a:xfrm>
            <a:off x="4077780" y="6224225"/>
            <a:ext cx="115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B♭ Cl 2+6</a:t>
            </a:r>
          </a:p>
          <a:p>
            <a:r>
              <a:rPr lang="en-US" altLang="zh-TW" b="1" dirty="0"/>
              <a:t>(2-2-2)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073789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720592" y="23159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大合奏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  <a:endParaRPr lang="zh-TW" altLang="en-US" sz="4000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D540D912-3F95-4CE2-BB85-C7E8B4CA25AE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0C5A37CC-A4A4-4AEE-BCBC-49F6BBBEEEAA}"/>
              </a:ext>
            </a:extLst>
          </p:cNvPr>
          <p:cNvSpPr/>
          <p:nvPr/>
        </p:nvSpPr>
        <p:spPr>
          <a:xfrm>
            <a:off x="2968910" y="537296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F8734F72-194B-4398-89E0-A1B534D5338C}"/>
              </a:ext>
            </a:extLst>
          </p:cNvPr>
          <p:cNvSpPr/>
          <p:nvPr/>
        </p:nvSpPr>
        <p:spPr>
          <a:xfrm>
            <a:off x="3335436" y="482449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8C282285-2180-4434-B088-41AC5E6E0030}"/>
              </a:ext>
            </a:extLst>
          </p:cNvPr>
          <p:cNvSpPr/>
          <p:nvPr/>
        </p:nvSpPr>
        <p:spPr>
          <a:xfrm>
            <a:off x="3800173" y="4394027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B42F9674-0CC3-4D30-9198-D8B3205FAD97}"/>
              </a:ext>
            </a:extLst>
          </p:cNvPr>
          <p:cNvSpPr/>
          <p:nvPr/>
        </p:nvSpPr>
        <p:spPr>
          <a:xfrm>
            <a:off x="4328961" y="404840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3CE0F6BD-26DB-4188-AE11-C053B8B56847}"/>
              </a:ext>
            </a:extLst>
          </p:cNvPr>
          <p:cNvSpPr/>
          <p:nvPr/>
        </p:nvSpPr>
        <p:spPr>
          <a:xfrm>
            <a:off x="5538628" y="37131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973C993D-CA0C-4BD4-943A-4038ACB3C4D1}"/>
              </a:ext>
            </a:extLst>
          </p:cNvPr>
          <p:cNvSpPr/>
          <p:nvPr/>
        </p:nvSpPr>
        <p:spPr>
          <a:xfrm>
            <a:off x="6167184" y="373191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61F57A30-A28D-4F45-A3FE-E6A597E7C9D9}"/>
              </a:ext>
            </a:extLst>
          </p:cNvPr>
          <p:cNvSpPr/>
          <p:nvPr/>
        </p:nvSpPr>
        <p:spPr>
          <a:xfrm>
            <a:off x="6800746" y="387534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DE4C9038-6C78-456F-9E67-01AD4EBEB6A0}"/>
              </a:ext>
            </a:extLst>
          </p:cNvPr>
          <p:cNvSpPr/>
          <p:nvPr/>
        </p:nvSpPr>
        <p:spPr>
          <a:xfrm>
            <a:off x="7401005" y="409734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CB8CD845-3B23-45B1-BFF7-E477D2C725E7}"/>
              </a:ext>
            </a:extLst>
          </p:cNvPr>
          <p:cNvSpPr/>
          <p:nvPr/>
        </p:nvSpPr>
        <p:spPr>
          <a:xfrm>
            <a:off x="7907795" y="447586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1DABD3B3-848B-4BC2-8AD1-44A7123077AF}"/>
              </a:ext>
            </a:extLst>
          </p:cNvPr>
          <p:cNvSpPr/>
          <p:nvPr/>
        </p:nvSpPr>
        <p:spPr>
          <a:xfrm>
            <a:off x="8345598" y="4938332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BFFD1422-C76C-466B-8505-163CFAF1F1A5}"/>
              </a:ext>
            </a:extLst>
          </p:cNvPr>
          <p:cNvSpPr/>
          <p:nvPr/>
        </p:nvSpPr>
        <p:spPr>
          <a:xfrm>
            <a:off x="8682447" y="5425744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413A3407-B355-44FE-95EC-D3E19FFA97ED}"/>
              </a:ext>
            </a:extLst>
          </p:cNvPr>
          <p:cNvSpPr/>
          <p:nvPr/>
        </p:nvSpPr>
        <p:spPr>
          <a:xfrm>
            <a:off x="8925725" y="5994371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8" name="橢圓 147">
            <a:extLst>
              <a:ext uri="{FF2B5EF4-FFF2-40B4-BE49-F238E27FC236}">
                <a16:creationId xmlns:a16="http://schemas.microsoft.com/office/drawing/2014/main" id="{747B4B43-5FE5-41BE-A5F6-321C34712D09}"/>
              </a:ext>
            </a:extLst>
          </p:cNvPr>
          <p:cNvSpPr/>
          <p:nvPr/>
        </p:nvSpPr>
        <p:spPr>
          <a:xfrm>
            <a:off x="4921988" y="3817455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624869" y="3886563"/>
            <a:ext cx="1709493" cy="7051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368169" y="2331168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5017092" y="24008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666408" y="247425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4318856" y="2583897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651798" y="2845470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361191" y="305673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21847" y="23172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459850" y="233959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6790526" y="238819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115745" y="2472105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16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F6B3911A-16C7-43FC-BF44-C972DC4AD7DB}"/>
              </a:ext>
            </a:extLst>
          </p:cNvPr>
          <p:cNvSpPr/>
          <p:nvPr/>
        </p:nvSpPr>
        <p:spPr>
          <a:xfrm>
            <a:off x="3983633" y="2699875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9B13869D-18F9-4E86-B0F6-563EE2C88FDC}"/>
              </a:ext>
            </a:extLst>
          </p:cNvPr>
          <p:cNvSpPr/>
          <p:nvPr/>
        </p:nvSpPr>
        <p:spPr>
          <a:xfrm>
            <a:off x="3077695" y="3281939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5ECDAF9A-72BE-409D-B5F6-BA760E353B97}"/>
              </a:ext>
            </a:extLst>
          </p:cNvPr>
          <p:cNvSpPr/>
          <p:nvPr/>
        </p:nvSpPr>
        <p:spPr>
          <a:xfrm>
            <a:off x="7440799" y="256046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00E7B473-CB98-49C4-82C7-9D46CBD5E8D0}"/>
              </a:ext>
            </a:extLst>
          </p:cNvPr>
          <p:cNvSpPr/>
          <p:nvPr/>
        </p:nvSpPr>
        <p:spPr>
          <a:xfrm>
            <a:off x="7770573" y="2636143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A80E4CF-B728-4524-B9AC-C17786150B0A}"/>
              </a:ext>
            </a:extLst>
          </p:cNvPr>
          <p:cNvSpPr/>
          <p:nvPr/>
        </p:nvSpPr>
        <p:spPr>
          <a:xfrm>
            <a:off x="8094864" y="27617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EB6963D9-EDB7-45CD-80CA-FD66B2FE98BF}"/>
              </a:ext>
            </a:extLst>
          </p:cNvPr>
          <p:cNvSpPr/>
          <p:nvPr/>
        </p:nvSpPr>
        <p:spPr>
          <a:xfrm>
            <a:off x="8381484" y="29370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3628D85A-5C7E-4FCF-9CD5-6362EB1D6D45}"/>
              </a:ext>
            </a:extLst>
          </p:cNvPr>
          <p:cNvSpPr/>
          <p:nvPr/>
        </p:nvSpPr>
        <p:spPr>
          <a:xfrm>
            <a:off x="8654386" y="31446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53F3E093-3FDF-424B-A38E-FF1436BE9664}"/>
              </a:ext>
            </a:extLst>
          </p:cNvPr>
          <p:cNvSpPr/>
          <p:nvPr/>
        </p:nvSpPr>
        <p:spPr>
          <a:xfrm>
            <a:off x="8923900" y="335968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37D204F8-66C8-4EBC-9C1B-0C4A7C788196}"/>
              </a:ext>
            </a:extLst>
          </p:cNvPr>
          <p:cNvSpPr/>
          <p:nvPr/>
        </p:nvSpPr>
        <p:spPr>
          <a:xfrm>
            <a:off x="9183233" y="3589249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EE9D5EBB-4134-4D4F-855F-3E02FC77C86A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9</a:t>
            </a:r>
            <a:endParaRPr lang="zh-TW" altLang="en-US" b="1" dirty="0"/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50F0791F-E179-4E47-8959-3BFA96235ED0}"/>
              </a:ext>
            </a:extLst>
          </p:cNvPr>
          <p:cNvSpPr txBox="1"/>
          <p:nvPr/>
        </p:nvSpPr>
        <p:spPr>
          <a:xfrm>
            <a:off x="6867210" y="1741817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11</a:t>
            </a:r>
            <a:endParaRPr lang="zh-TW" altLang="en-US" b="1" dirty="0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C4CF0D52-B145-4C73-90BD-E1B32ECA6603}"/>
              </a:ext>
            </a:extLst>
          </p:cNvPr>
          <p:cNvSpPr/>
          <p:nvPr/>
        </p:nvSpPr>
        <p:spPr>
          <a:xfrm>
            <a:off x="5502186" y="3053346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B448BB93-633F-4DC9-A4F1-44C3FAEE644A}"/>
              </a:ext>
            </a:extLst>
          </p:cNvPr>
          <p:cNvSpPr/>
          <p:nvPr/>
        </p:nvSpPr>
        <p:spPr>
          <a:xfrm>
            <a:off x="6178753" y="304384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0807224D-4E12-4589-9E5E-9E6127764B42}"/>
              </a:ext>
            </a:extLst>
          </p:cNvPr>
          <p:cNvSpPr/>
          <p:nvPr/>
        </p:nvSpPr>
        <p:spPr>
          <a:xfrm>
            <a:off x="6809270" y="3186923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0F7DE418-2BD7-4189-83C2-A89330C5D977}"/>
              </a:ext>
            </a:extLst>
          </p:cNvPr>
          <p:cNvSpPr/>
          <p:nvPr/>
        </p:nvSpPr>
        <p:spPr>
          <a:xfrm>
            <a:off x="7427717" y="340790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94241258-C22B-420B-BFD8-C33DC502141E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D685DDE1-0B4F-4C7B-95C6-AB25D98BFD8D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4ABABA1E-940B-4E0C-94B4-C8DA1FBCFA4B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077AFC44-93B4-4E8F-AEF0-7E7107A49A8E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8A563582-509A-46DA-97B0-BEBB72F70AE6}"/>
              </a:ext>
            </a:extLst>
          </p:cNvPr>
          <p:cNvCxnSpPr>
            <a:cxnSpLocks/>
            <a:endCxn id="182" idx="2"/>
          </p:cNvCxnSpPr>
          <p:nvPr/>
        </p:nvCxnSpPr>
        <p:spPr>
          <a:xfrm flipV="1">
            <a:off x="8542640" y="3753287"/>
            <a:ext cx="640593" cy="1727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59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群組 94">
            <a:extLst>
              <a:ext uri="{FF2B5EF4-FFF2-40B4-BE49-F238E27FC236}">
                <a16:creationId xmlns:a16="http://schemas.microsoft.com/office/drawing/2014/main" id="{EA2F6D30-1324-4BC0-BF25-F28E86C211F3}"/>
              </a:ext>
            </a:extLst>
          </p:cNvPr>
          <p:cNvGrpSpPr/>
          <p:nvPr/>
        </p:nvGrpSpPr>
        <p:grpSpPr>
          <a:xfrm>
            <a:off x="662953" y="117038"/>
            <a:ext cx="10866093" cy="6623924"/>
            <a:chOff x="2430606" y="319497"/>
            <a:chExt cx="7413581" cy="4519287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74ED944A-50AB-4011-B298-AA0C20BC3637}"/>
                </a:ext>
              </a:extLst>
            </p:cNvPr>
            <p:cNvSpPr/>
            <p:nvPr/>
          </p:nvSpPr>
          <p:spPr>
            <a:xfrm>
              <a:off x="3876341" y="319497"/>
              <a:ext cx="4588153" cy="1734951"/>
            </a:xfrm>
            <a:custGeom>
              <a:avLst/>
              <a:gdLst>
                <a:gd name="connsiteX0" fmla="*/ 2252252 w 4588153"/>
                <a:gd name="connsiteY0" fmla="*/ 0 h 1734951"/>
                <a:gd name="connsiteX1" fmla="*/ 4588153 w 4588153"/>
                <a:gd name="connsiteY1" fmla="*/ 794855 h 1734951"/>
                <a:gd name="connsiteX2" fmla="*/ 4068686 w 4588153"/>
                <a:gd name="connsiteY2" fmla="*/ 1732232 h 1734951"/>
                <a:gd name="connsiteX3" fmla="*/ 3974630 w 4588153"/>
                <a:gd name="connsiteY3" fmla="*/ 1677776 h 1734951"/>
                <a:gd name="connsiteX4" fmla="*/ 2283927 w 4588153"/>
                <a:gd name="connsiteY4" fmla="*/ 1260594 h 1734951"/>
                <a:gd name="connsiteX5" fmla="*/ 593224 w 4588153"/>
                <a:gd name="connsiteY5" fmla="*/ 1677776 h 1734951"/>
                <a:gd name="connsiteX6" fmla="*/ 494472 w 4588153"/>
                <a:gd name="connsiteY6" fmla="*/ 1734951 h 1734951"/>
                <a:gd name="connsiteX7" fmla="*/ 0 w 4588153"/>
                <a:gd name="connsiteY7" fmla="*/ 842679 h 1734951"/>
                <a:gd name="connsiteX8" fmla="*/ 2252252 w 4588153"/>
                <a:gd name="connsiteY8" fmla="*/ 0 h 17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88153" h="1734951">
                  <a:moveTo>
                    <a:pt x="2252252" y="0"/>
                  </a:moveTo>
                  <a:lnTo>
                    <a:pt x="4588153" y="794855"/>
                  </a:lnTo>
                  <a:lnTo>
                    <a:pt x="4068686" y="1732232"/>
                  </a:lnTo>
                  <a:lnTo>
                    <a:pt x="3974630" y="1677776"/>
                  </a:lnTo>
                  <a:cubicBezTo>
                    <a:pt x="3469760" y="1411393"/>
                    <a:pt x="2894454" y="1260594"/>
                    <a:pt x="2283927" y="1260594"/>
                  </a:cubicBezTo>
                  <a:cubicBezTo>
                    <a:pt x="1673400" y="1260594"/>
                    <a:pt x="1098094" y="1411393"/>
                    <a:pt x="593224" y="1677776"/>
                  </a:cubicBezTo>
                  <a:lnTo>
                    <a:pt x="494472" y="1734951"/>
                  </a:lnTo>
                  <a:lnTo>
                    <a:pt x="0" y="842679"/>
                  </a:lnTo>
                  <a:lnTo>
                    <a:pt x="2252252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4B5D922E-9150-4352-A234-4A20C5BF189F}"/>
                </a:ext>
              </a:extLst>
            </p:cNvPr>
            <p:cNvSpPr/>
            <p:nvPr/>
          </p:nvSpPr>
          <p:spPr>
            <a:xfrm>
              <a:off x="7945027" y="1114352"/>
              <a:ext cx="1899160" cy="3098275"/>
            </a:xfrm>
            <a:custGeom>
              <a:avLst/>
              <a:gdLst>
                <a:gd name="connsiteX0" fmla="*/ 519467 w 1899160"/>
                <a:gd name="connsiteY0" fmla="*/ 0 h 3098275"/>
                <a:gd name="connsiteX1" fmla="*/ 926766 w 1899160"/>
                <a:gd name="connsiteY1" fmla="*/ 138595 h 3098275"/>
                <a:gd name="connsiteX2" fmla="*/ 1899160 w 1899160"/>
                <a:gd name="connsiteY2" fmla="*/ 3010017 h 3098275"/>
                <a:gd name="connsiteX3" fmla="*/ 1703940 w 1899160"/>
                <a:gd name="connsiteY3" fmla="*/ 3098275 h 3098275"/>
                <a:gd name="connsiteX4" fmla="*/ 1680293 w 1899160"/>
                <a:gd name="connsiteY4" fmla="*/ 3015000 h 3098275"/>
                <a:gd name="connsiteX5" fmla="*/ 152346 w 1899160"/>
                <a:gd name="connsiteY5" fmla="*/ 1025581 h 3098275"/>
                <a:gd name="connsiteX6" fmla="*/ 0 w 1899160"/>
                <a:gd name="connsiteY6" fmla="*/ 937377 h 3098275"/>
                <a:gd name="connsiteX7" fmla="*/ 519467 w 1899160"/>
                <a:gd name="connsiteY7" fmla="*/ 0 h 309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99160" h="3098275">
                  <a:moveTo>
                    <a:pt x="519467" y="0"/>
                  </a:moveTo>
                  <a:lnTo>
                    <a:pt x="926766" y="138595"/>
                  </a:lnTo>
                  <a:lnTo>
                    <a:pt x="1899160" y="3010017"/>
                  </a:lnTo>
                  <a:lnTo>
                    <a:pt x="1703940" y="3098275"/>
                  </a:lnTo>
                  <a:lnTo>
                    <a:pt x="1680293" y="3015000"/>
                  </a:lnTo>
                  <a:cubicBezTo>
                    <a:pt x="1421899" y="2184237"/>
                    <a:pt x="872966" y="1481480"/>
                    <a:pt x="152346" y="1025581"/>
                  </a:cubicBezTo>
                  <a:lnTo>
                    <a:pt x="0" y="937377"/>
                  </a:lnTo>
                  <a:lnTo>
                    <a:pt x="519467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DF5411F-6A75-483A-9BA6-61F1280875BD}"/>
                </a:ext>
              </a:extLst>
            </p:cNvPr>
            <p:cNvSpPr/>
            <p:nvPr/>
          </p:nvSpPr>
          <p:spPr>
            <a:xfrm>
              <a:off x="2430606" y="1162176"/>
              <a:ext cx="1940207" cy="3072292"/>
            </a:xfrm>
            <a:custGeom>
              <a:avLst/>
              <a:gdLst>
                <a:gd name="connsiteX0" fmla="*/ 1445735 w 1940207"/>
                <a:gd name="connsiteY0" fmla="*/ 0 h 3072292"/>
                <a:gd name="connsiteX1" fmla="*/ 1940207 w 1940207"/>
                <a:gd name="connsiteY1" fmla="*/ 892272 h 3072292"/>
                <a:gd name="connsiteX2" fmla="*/ 1792557 w 1940207"/>
                <a:gd name="connsiteY2" fmla="*/ 977757 h 3072292"/>
                <a:gd name="connsiteX3" fmla="*/ 264610 w 1940207"/>
                <a:gd name="connsiteY3" fmla="*/ 2967176 h 3072292"/>
                <a:gd name="connsiteX4" fmla="*/ 234761 w 1940207"/>
                <a:gd name="connsiteY4" fmla="*/ 3072292 h 3072292"/>
                <a:gd name="connsiteX5" fmla="*/ 0 w 1940207"/>
                <a:gd name="connsiteY5" fmla="*/ 2966158 h 3072292"/>
                <a:gd name="connsiteX6" fmla="*/ 897637 w 1940207"/>
                <a:gd name="connsiteY6" fmla="*/ 205071 h 3072292"/>
                <a:gd name="connsiteX7" fmla="*/ 1445735 w 1940207"/>
                <a:gd name="connsiteY7" fmla="*/ 0 h 3072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0207" h="3072292">
                  <a:moveTo>
                    <a:pt x="1445735" y="0"/>
                  </a:moveTo>
                  <a:lnTo>
                    <a:pt x="1940207" y="892272"/>
                  </a:lnTo>
                  <a:lnTo>
                    <a:pt x="1792557" y="977757"/>
                  </a:lnTo>
                  <a:cubicBezTo>
                    <a:pt x="1071937" y="1433656"/>
                    <a:pt x="523005" y="2136413"/>
                    <a:pt x="264610" y="2967176"/>
                  </a:cubicBezTo>
                  <a:lnTo>
                    <a:pt x="234761" y="3072292"/>
                  </a:lnTo>
                  <a:lnTo>
                    <a:pt x="0" y="2966158"/>
                  </a:lnTo>
                  <a:lnTo>
                    <a:pt x="897637" y="205071"/>
                  </a:lnTo>
                  <a:lnTo>
                    <a:pt x="144573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手繪多邊形: 圖案 6">
              <a:extLst>
                <a:ext uri="{FF2B5EF4-FFF2-40B4-BE49-F238E27FC236}">
                  <a16:creationId xmlns:a16="http://schemas.microsoft.com/office/drawing/2014/main" id="{844B38B9-1703-46F3-97D3-599AB62EB28B}"/>
                </a:ext>
              </a:extLst>
            </p:cNvPr>
            <p:cNvSpPr/>
            <p:nvPr/>
          </p:nvSpPr>
          <p:spPr>
            <a:xfrm>
              <a:off x="4370813" y="1580091"/>
              <a:ext cx="3574214" cy="1079553"/>
            </a:xfrm>
            <a:custGeom>
              <a:avLst/>
              <a:gdLst>
                <a:gd name="connsiteX0" fmla="*/ 1789455 w 3574214"/>
                <a:gd name="connsiteY0" fmla="*/ 0 h 1079553"/>
                <a:gd name="connsiteX1" fmla="*/ 1789553 w 3574214"/>
                <a:gd name="connsiteY1" fmla="*/ 3 h 1079553"/>
                <a:gd name="connsiteX2" fmla="*/ 2061712 w 3574214"/>
                <a:gd name="connsiteY2" fmla="*/ 11175 h 1079553"/>
                <a:gd name="connsiteX3" fmla="*/ 2141364 w 3574214"/>
                <a:gd name="connsiteY3" fmla="*/ 18561 h 1079553"/>
                <a:gd name="connsiteX4" fmla="*/ 2338142 w 3574214"/>
                <a:gd name="connsiteY4" fmla="*/ 42921 h 1079553"/>
                <a:gd name="connsiteX5" fmla="*/ 2415998 w 3574214"/>
                <a:gd name="connsiteY5" fmla="*/ 54999 h 1079553"/>
                <a:gd name="connsiteX6" fmla="*/ 2674335 w 3574214"/>
                <a:gd name="connsiteY6" fmla="*/ 108677 h 1079553"/>
                <a:gd name="connsiteX7" fmla="*/ 2674428 w 3574214"/>
                <a:gd name="connsiteY7" fmla="*/ 108697 h 1079553"/>
                <a:gd name="connsiteX8" fmla="*/ 2674520 w 3574214"/>
                <a:gd name="connsiteY8" fmla="*/ 108723 h 1079553"/>
                <a:gd name="connsiteX9" fmla="*/ 2925437 w 3574214"/>
                <a:gd name="connsiteY9" fmla="*/ 182493 h 1079553"/>
                <a:gd name="connsiteX10" fmla="*/ 2998290 w 3574214"/>
                <a:gd name="connsiteY10" fmla="*/ 207960 h 1079553"/>
                <a:gd name="connsiteX11" fmla="*/ 3177470 w 3574214"/>
                <a:gd name="connsiteY11" fmla="*/ 276696 h 1079553"/>
                <a:gd name="connsiteX12" fmla="*/ 3248014 w 3574214"/>
                <a:gd name="connsiteY12" fmla="*/ 306212 h 1079553"/>
                <a:gd name="connsiteX13" fmla="*/ 3480077 w 3574214"/>
                <a:gd name="connsiteY13" fmla="*/ 417142 h 1079553"/>
                <a:gd name="connsiteX14" fmla="*/ 3480158 w 3574214"/>
                <a:gd name="connsiteY14" fmla="*/ 417182 h 1079553"/>
                <a:gd name="connsiteX15" fmla="*/ 3574214 w 3574214"/>
                <a:gd name="connsiteY15" fmla="*/ 471638 h 1079553"/>
                <a:gd name="connsiteX16" fmla="*/ 3237324 w 3574214"/>
                <a:gd name="connsiteY16" fmla="*/ 1079553 h 1079553"/>
                <a:gd name="connsiteX17" fmla="*/ 3141604 w 3574214"/>
                <a:gd name="connsiteY17" fmla="*/ 1024134 h 1079553"/>
                <a:gd name="connsiteX18" fmla="*/ 1771020 w 3574214"/>
                <a:gd name="connsiteY18" fmla="*/ 685941 h 1079553"/>
                <a:gd name="connsiteX19" fmla="*/ 400436 w 3574214"/>
                <a:gd name="connsiteY19" fmla="*/ 1024134 h 1079553"/>
                <a:gd name="connsiteX20" fmla="*/ 327934 w 3574214"/>
                <a:gd name="connsiteY20" fmla="*/ 1066111 h 1079553"/>
                <a:gd name="connsiteX21" fmla="*/ 0 w 3574214"/>
                <a:gd name="connsiteY21" fmla="*/ 474357 h 1079553"/>
                <a:gd name="connsiteX22" fmla="*/ 98752 w 3574214"/>
                <a:gd name="connsiteY22" fmla="*/ 417182 h 1079553"/>
                <a:gd name="connsiteX23" fmla="*/ 98834 w 3574214"/>
                <a:gd name="connsiteY23" fmla="*/ 417142 h 1079553"/>
                <a:gd name="connsiteX24" fmla="*/ 330897 w 3574214"/>
                <a:gd name="connsiteY24" fmla="*/ 306212 h 1079553"/>
                <a:gd name="connsiteX25" fmla="*/ 401441 w 3574214"/>
                <a:gd name="connsiteY25" fmla="*/ 276696 h 1079553"/>
                <a:gd name="connsiteX26" fmla="*/ 580620 w 3574214"/>
                <a:gd name="connsiteY26" fmla="*/ 207960 h 1079553"/>
                <a:gd name="connsiteX27" fmla="*/ 653474 w 3574214"/>
                <a:gd name="connsiteY27" fmla="*/ 182493 h 1079553"/>
                <a:gd name="connsiteX28" fmla="*/ 904390 w 3574214"/>
                <a:gd name="connsiteY28" fmla="*/ 108723 h 1079553"/>
                <a:gd name="connsiteX29" fmla="*/ 904482 w 3574214"/>
                <a:gd name="connsiteY29" fmla="*/ 108697 h 1079553"/>
                <a:gd name="connsiteX30" fmla="*/ 904576 w 3574214"/>
                <a:gd name="connsiteY30" fmla="*/ 108677 h 1079553"/>
                <a:gd name="connsiteX31" fmla="*/ 1162913 w 3574214"/>
                <a:gd name="connsiteY31" fmla="*/ 54999 h 1079553"/>
                <a:gd name="connsiteX32" fmla="*/ 1240768 w 3574214"/>
                <a:gd name="connsiteY32" fmla="*/ 42921 h 1079553"/>
                <a:gd name="connsiteX33" fmla="*/ 1437547 w 3574214"/>
                <a:gd name="connsiteY33" fmla="*/ 18561 h 1079553"/>
                <a:gd name="connsiteX34" fmla="*/ 1517198 w 3574214"/>
                <a:gd name="connsiteY34" fmla="*/ 11175 h 1079553"/>
                <a:gd name="connsiteX35" fmla="*/ 1789358 w 3574214"/>
                <a:gd name="connsiteY35" fmla="*/ 3 h 1079553"/>
                <a:gd name="connsiteX36" fmla="*/ 1789455 w 3574214"/>
                <a:gd name="connsiteY36" fmla="*/ 0 h 1079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74214" h="1079553">
                  <a:moveTo>
                    <a:pt x="1789455" y="0"/>
                  </a:moveTo>
                  <a:lnTo>
                    <a:pt x="1789553" y="3"/>
                  </a:lnTo>
                  <a:lnTo>
                    <a:pt x="2061712" y="11175"/>
                  </a:lnTo>
                  <a:lnTo>
                    <a:pt x="2141364" y="18561"/>
                  </a:lnTo>
                  <a:lnTo>
                    <a:pt x="2338142" y="42921"/>
                  </a:lnTo>
                  <a:lnTo>
                    <a:pt x="2415998" y="54999"/>
                  </a:lnTo>
                  <a:lnTo>
                    <a:pt x="2674335" y="108677"/>
                  </a:lnTo>
                  <a:lnTo>
                    <a:pt x="2674428" y="108697"/>
                  </a:lnTo>
                  <a:lnTo>
                    <a:pt x="2674520" y="108723"/>
                  </a:lnTo>
                  <a:lnTo>
                    <a:pt x="2925437" y="182493"/>
                  </a:lnTo>
                  <a:lnTo>
                    <a:pt x="2998290" y="207960"/>
                  </a:lnTo>
                  <a:lnTo>
                    <a:pt x="3177470" y="276696"/>
                  </a:lnTo>
                  <a:lnTo>
                    <a:pt x="3248014" y="306212"/>
                  </a:lnTo>
                  <a:lnTo>
                    <a:pt x="3480077" y="417142"/>
                  </a:lnTo>
                  <a:lnTo>
                    <a:pt x="3480158" y="417182"/>
                  </a:lnTo>
                  <a:lnTo>
                    <a:pt x="3574214" y="471638"/>
                  </a:lnTo>
                  <a:lnTo>
                    <a:pt x="3237324" y="1079553"/>
                  </a:lnTo>
                  <a:lnTo>
                    <a:pt x="3141604" y="1024134"/>
                  </a:lnTo>
                  <a:cubicBezTo>
                    <a:pt x="2732327" y="808188"/>
                    <a:pt x="2265950" y="685941"/>
                    <a:pt x="1771020" y="685941"/>
                  </a:cubicBezTo>
                  <a:cubicBezTo>
                    <a:pt x="1276091" y="685941"/>
                    <a:pt x="809713" y="808188"/>
                    <a:pt x="400436" y="1024134"/>
                  </a:cubicBezTo>
                  <a:lnTo>
                    <a:pt x="327934" y="1066111"/>
                  </a:lnTo>
                  <a:lnTo>
                    <a:pt x="0" y="474357"/>
                  </a:lnTo>
                  <a:lnTo>
                    <a:pt x="98752" y="417182"/>
                  </a:lnTo>
                  <a:lnTo>
                    <a:pt x="98834" y="417142"/>
                  </a:lnTo>
                  <a:lnTo>
                    <a:pt x="330897" y="306212"/>
                  </a:lnTo>
                  <a:lnTo>
                    <a:pt x="401441" y="276696"/>
                  </a:lnTo>
                  <a:lnTo>
                    <a:pt x="580620" y="207960"/>
                  </a:lnTo>
                  <a:lnTo>
                    <a:pt x="653474" y="182493"/>
                  </a:lnTo>
                  <a:lnTo>
                    <a:pt x="904390" y="108723"/>
                  </a:lnTo>
                  <a:lnTo>
                    <a:pt x="904482" y="108697"/>
                  </a:lnTo>
                  <a:lnTo>
                    <a:pt x="904576" y="108677"/>
                  </a:lnTo>
                  <a:lnTo>
                    <a:pt x="1162913" y="54999"/>
                  </a:lnTo>
                  <a:lnTo>
                    <a:pt x="1240768" y="42921"/>
                  </a:lnTo>
                  <a:lnTo>
                    <a:pt x="1437547" y="18561"/>
                  </a:lnTo>
                  <a:lnTo>
                    <a:pt x="1517198" y="11175"/>
                  </a:lnTo>
                  <a:lnTo>
                    <a:pt x="1789358" y="3"/>
                  </a:lnTo>
                  <a:lnTo>
                    <a:pt x="1789455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74E8904C-BB6B-447F-AD8A-206DC572670F}"/>
                </a:ext>
              </a:extLst>
            </p:cNvPr>
            <p:cNvSpPr/>
            <p:nvPr/>
          </p:nvSpPr>
          <p:spPr>
            <a:xfrm>
              <a:off x="5888011" y="1580094"/>
              <a:ext cx="272160" cy="11172"/>
            </a:xfrm>
            <a:custGeom>
              <a:avLst/>
              <a:gdLst>
                <a:gd name="connsiteX0" fmla="*/ 272160 w 272160"/>
                <a:gd name="connsiteY0" fmla="*/ 0 h 11172"/>
                <a:gd name="connsiteX1" fmla="*/ 0 w 272160"/>
                <a:gd name="connsiteY1" fmla="*/ 11172 h 11172"/>
                <a:gd name="connsiteX2" fmla="*/ 45029 w 272160"/>
                <a:gd name="connsiteY2" fmla="*/ 6997 h 11172"/>
                <a:gd name="connsiteX3" fmla="*/ 272160 w 272160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60" h="11172">
                  <a:moveTo>
                    <a:pt x="272160" y="0"/>
                  </a:moveTo>
                  <a:lnTo>
                    <a:pt x="0" y="11172"/>
                  </a:lnTo>
                  <a:lnTo>
                    <a:pt x="45029" y="6997"/>
                  </a:lnTo>
                  <a:lnTo>
                    <a:pt x="27216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B9B59D28-ABDD-4555-8D0F-67A6350D1D11}"/>
                </a:ext>
              </a:extLst>
            </p:cNvPr>
            <p:cNvSpPr/>
            <p:nvPr/>
          </p:nvSpPr>
          <p:spPr>
            <a:xfrm>
              <a:off x="6160367" y="1580094"/>
              <a:ext cx="272159" cy="11172"/>
            </a:xfrm>
            <a:custGeom>
              <a:avLst/>
              <a:gdLst>
                <a:gd name="connsiteX0" fmla="*/ 0 w 272159"/>
                <a:gd name="connsiteY0" fmla="*/ 0 h 11172"/>
                <a:gd name="connsiteX1" fmla="*/ 227130 w 272159"/>
                <a:gd name="connsiteY1" fmla="*/ 6997 h 11172"/>
                <a:gd name="connsiteX2" fmla="*/ 272159 w 272159"/>
                <a:gd name="connsiteY2" fmla="*/ 11172 h 11172"/>
                <a:gd name="connsiteX3" fmla="*/ 0 w 272159"/>
                <a:gd name="connsiteY3" fmla="*/ 0 h 11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2159" h="11172">
                  <a:moveTo>
                    <a:pt x="0" y="0"/>
                  </a:moveTo>
                  <a:lnTo>
                    <a:pt x="227130" y="6997"/>
                  </a:lnTo>
                  <a:lnTo>
                    <a:pt x="272159" y="11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手繪多邊形: 圖案 9">
              <a:extLst>
                <a:ext uri="{FF2B5EF4-FFF2-40B4-BE49-F238E27FC236}">
                  <a16:creationId xmlns:a16="http://schemas.microsoft.com/office/drawing/2014/main" id="{566D6A8C-DC65-477C-8210-5E5FAC15C5F5}"/>
                </a:ext>
              </a:extLst>
            </p:cNvPr>
            <p:cNvSpPr/>
            <p:nvPr/>
          </p:nvSpPr>
          <p:spPr>
            <a:xfrm>
              <a:off x="5808361" y="1591266"/>
              <a:ext cx="79651" cy="7386"/>
            </a:xfrm>
            <a:custGeom>
              <a:avLst/>
              <a:gdLst>
                <a:gd name="connsiteX0" fmla="*/ 79651 w 79651"/>
                <a:gd name="connsiteY0" fmla="*/ 0 h 7386"/>
                <a:gd name="connsiteX1" fmla="*/ 0 w 79651"/>
                <a:gd name="connsiteY1" fmla="*/ 7386 h 7386"/>
                <a:gd name="connsiteX2" fmla="*/ 49743 w 79651"/>
                <a:gd name="connsiteY2" fmla="*/ 1228 h 7386"/>
                <a:gd name="connsiteX3" fmla="*/ 79651 w 79651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1" h="7386">
                  <a:moveTo>
                    <a:pt x="79651" y="0"/>
                  </a:moveTo>
                  <a:lnTo>
                    <a:pt x="0" y="7386"/>
                  </a:lnTo>
                  <a:lnTo>
                    <a:pt x="49743" y="1228"/>
                  </a:lnTo>
                  <a:lnTo>
                    <a:pt x="7965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: 圖案 10">
              <a:extLst>
                <a:ext uri="{FF2B5EF4-FFF2-40B4-BE49-F238E27FC236}">
                  <a16:creationId xmlns:a16="http://schemas.microsoft.com/office/drawing/2014/main" id="{5AC34D2B-C8D1-4A34-8587-ADC558138EBF}"/>
                </a:ext>
              </a:extLst>
            </p:cNvPr>
            <p:cNvSpPr/>
            <p:nvPr/>
          </p:nvSpPr>
          <p:spPr>
            <a:xfrm>
              <a:off x="6432525" y="1591266"/>
              <a:ext cx="79652" cy="7386"/>
            </a:xfrm>
            <a:custGeom>
              <a:avLst/>
              <a:gdLst>
                <a:gd name="connsiteX0" fmla="*/ 0 w 79652"/>
                <a:gd name="connsiteY0" fmla="*/ 0 h 7386"/>
                <a:gd name="connsiteX1" fmla="*/ 29908 w 79652"/>
                <a:gd name="connsiteY1" fmla="*/ 1228 h 7386"/>
                <a:gd name="connsiteX2" fmla="*/ 79652 w 79652"/>
                <a:gd name="connsiteY2" fmla="*/ 7386 h 7386"/>
                <a:gd name="connsiteX3" fmla="*/ 0 w 79652"/>
                <a:gd name="connsiteY3" fmla="*/ 0 h 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652" h="7386">
                  <a:moveTo>
                    <a:pt x="0" y="0"/>
                  </a:moveTo>
                  <a:lnTo>
                    <a:pt x="29908" y="1228"/>
                  </a:lnTo>
                  <a:lnTo>
                    <a:pt x="79652" y="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手繪多邊形: 圖案 11">
              <a:extLst>
                <a:ext uri="{FF2B5EF4-FFF2-40B4-BE49-F238E27FC236}">
                  <a16:creationId xmlns:a16="http://schemas.microsoft.com/office/drawing/2014/main" id="{31FAF825-11D6-4D1B-BF9E-70BFE9D58FF9}"/>
                </a:ext>
              </a:extLst>
            </p:cNvPr>
            <p:cNvSpPr/>
            <p:nvPr/>
          </p:nvSpPr>
          <p:spPr>
            <a:xfrm>
              <a:off x="5611582" y="1598652"/>
              <a:ext cx="196779" cy="24360"/>
            </a:xfrm>
            <a:custGeom>
              <a:avLst/>
              <a:gdLst>
                <a:gd name="connsiteX0" fmla="*/ 196779 w 196779"/>
                <a:gd name="connsiteY0" fmla="*/ 0 h 24360"/>
                <a:gd name="connsiteX1" fmla="*/ 0 w 196779"/>
                <a:gd name="connsiteY1" fmla="*/ 24360 h 24360"/>
                <a:gd name="connsiteX2" fmla="*/ 97946 w 196779"/>
                <a:gd name="connsiteY2" fmla="*/ 9164 h 24360"/>
                <a:gd name="connsiteX3" fmla="*/ 196779 w 196779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9" h="24360">
                  <a:moveTo>
                    <a:pt x="196779" y="0"/>
                  </a:moveTo>
                  <a:lnTo>
                    <a:pt x="0" y="24360"/>
                  </a:lnTo>
                  <a:lnTo>
                    <a:pt x="97946" y="9164"/>
                  </a:lnTo>
                  <a:lnTo>
                    <a:pt x="1967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3E59BA0E-C59D-4651-9662-3A940248B427}"/>
                </a:ext>
              </a:extLst>
            </p:cNvPr>
            <p:cNvSpPr/>
            <p:nvPr/>
          </p:nvSpPr>
          <p:spPr>
            <a:xfrm>
              <a:off x="6512177" y="1598652"/>
              <a:ext cx="196778" cy="24360"/>
            </a:xfrm>
            <a:custGeom>
              <a:avLst/>
              <a:gdLst>
                <a:gd name="connsiteX0" fmla="*/ 0 w 196778"/>
                <a:gd name="connsiteY0" fmla="*/ 0 h 24360"/>
                <a:gd name="connsiteX1" fmla="*/ 98832 w 196778"/>
                <a:gd name="connsiteY1" fmla="*/ 9164 h 24360"/>
                <a:gd name="connsiteX2" fmla="*/ 196778 w 196778"/>
                <a:gd name="connsiteY2" fmla="*/ 24360 h 24360"/>
                <a:gd name="connsiteX3" fmla="*/ 0 w 196778"/>
                <a:gd name="connsiteY3" fmla="*/ 0 h 2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778" h="24360">
                  <a:moveTo>
                    <a:pt x="0" y="0"/>
                  </a:moveTo>
                  <a:lnTo>
                    <a:pt x="98832" y="9164"/>
                  </a:lnTo>
                  <a:lnTo>
                    <a:pt x="196778" y="24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: 圖案 13">
              <a:extLst>
                <a:ext uri="{FF2B5EF4-FFF2-40B4-BE49-F238E27FC236}">
                  <a16:creationId xmlns:a16="http://schemas.microsoft.com/office/drawing/2014/main" id="{D601926E-A25A-4FF1-AFD9-48EA07C26C0D}"/>
                </a:ext>
              </a:extLst>
            </p:cNvPr>
            <p:cNvSpPr/>
            <p:nvPr/>
          </p:nvSpPr>
          <p:spPr>
            <a:xfrm>
              <a:off x="5533727" y="1623012"/>
              <a:ext cx="77855" cy="12078"/>
            </a:xfrm>
            <a:custGeom>
              <a:avLst/>
              <a:gdLst>
                <a:gd name="connsiteX0" fmla="*/ 77855 w 77855"/>
                <a:gd name="connsiteY0" fmla="*/ 0 h 12078"/>
                <a:gd name="connsiteX1" fmla="*/ 0 w 77855"/>
                <a:gd name="connsiteY1" fmla="*/ 12078 h 12078"/>
                <a:gd name="connsiteX2" fmla="*/ 29060 w 77855"/>
                <a:gd name="connsiteY2" fmla="*/ 6040 h 12078"/>
                <a:gd name="connsiteX3" fmla="*/ 77855 w 77855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5" h="12078">
                  <a:moveTo>
                    <a:pt x="77855" y="0"/>
                  </a:moveTo>
                  <a:lnTo>
                    <a:pt x="0" y="12078"/>
                  </a:lnTo>
                  <a:lnTo>
                    <a:pt x="29060" y="6040"/>
                  </a:lnTo>
                  <a:lnTo>
                    <a:pt x="7785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: 圖案 14">
              <a:extLst>
                <a:ext uri="{FF2B5EF4-FFF2-40B4-BE49-F238E27FC236}">
                  <a16:creationId xmlns:a16="http://schemas.microsoft.com/office/drawing/2014/main" id="{E53EBBEC-50E7-45DC-A3C4-6E1C4F8028D2}"/>
                </a:ext>
              </a:extLst>
            </p:cNvPr>
            <p:cNvSpPr/>
            <p:nvPr/>
          </p:nvSpPr>
          <p:spPr>
            <a:xfrm>
              <a:off x="6708955" y="1623012"/>
              <a:ext cx="77856" cy="12078"/>
            </a:xfrm>
            <a:custGeom>
              <a:avLst/>
              <a:gdLst>
                <a:gd name="connsiteX0" fmla="*/ 0 w 77856"/>
                <a:gd name="connsiteY0" fmla="*/ 0 h 12078"/>
                <a:gd name="connsiteX1" fmla="*/ 48795 w 77856"/>
                <a:gd name="connsiteY1" fmla="*/ 6040 h 12078"/>
                <a:gd name="connsiteX2" fmla="*/ 77856 w 77856"/>
                <a:gd name="connsiteY2" fmla="*/ 12078 h 12078"/>
                <a:gd name="connsiteX3" fmla="*/ 0 w 77856"/>
                <a:gd name="connsiteY3" fmla="*/ 0 h 12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856" h="12078">
                  <a:moveTo>
                    <a:pt x="0" y="0"/>
                  </a:moveTo>
                  <a:lnTo>
                    <a:pt x="48795" y="6040"/>
                  </a:lnTo>
                  <a:lnTo>
                    <a:pt x="77856" y="12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: 圖案 15">
              <a:extLst>
                <a:ext uri="{FF2B5EF4-FFF2-40B4-BE49-F238E27FC236}">
                  <a16:creationId xmlns:a16="http://schemas.microsoft.com/office/drawing/2014/main" id="{F0054249-70E6-4A75-8B71-028AF5D43B82}"/>
                </a:ext>
              </a:extLst>
            </p:cNvPr>
            <p:cNvSpPr/>
            <p:nvPr/>
          </p:nvSpPr>
          <p:spPr>
            <a:xfrm>
              <a:off x="5275390" y="1635090"/>
              <a:ext cx="258337" cy="53678"/>
            </a:xfrm>
            <a:custGeom>
              <a:avLst/>
              <a:gdLst>
                <a:gd name="connsiteX0" fmla="*/ 258337 w 258337"/>
                <a:gd name="connsiteY0" fmla="*/ 0 h 53678"/>
                <a:gd name="connsiteX1" fmla="*/ 0 w 258337"/>
                <a:gd name="connsiteY1" fmla="*/ 53678 h 53678"/>
                <a:gd name="connsiteX2" fmla="*/ 214752 w 258337"/>
                <a:gd name="connsiteY2" fmla="*/ 6762 h 53678"/>
                <a:gd name="connsiteX3" fmla="*/ 258337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258337" y="0"/>
                  </a:moveTo>
                  <a:lnTo>
                    <a:pt x="0" y="53678"/>
                  </a:lnTo>
                  <a:lnTo>
                    <a:pt x="214752" y="6762"/>
                  </a:lnTo>
                  <a:lnTo>
                    <a:pt x="25833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1607FBF7-C5B2-4C96-A17C-3AC1ADB22EEC}"/>
                </a:ext>
              </a:extLst>
            </p:cNvPr>
            <p:cNvSpPr/>
            <p:nvPr/>
          </p:nvSpPr>
          <p:spPr>
            <a:xfrm>
              <a:off x="6786812" y="1635090"/>
              <a:ext cx="258337" cy="53678"/>
            </a:xfrm>
            <a:custGeom>
              <a:avLst/>
              <a:gdLst>
                <a:gd name="connsiteX0" fmla="*/ 0 w 258337"/>
                <a:gd name="connsiteY0" fmla="*/ 0 h 53678"/>
                <a:gd name="connsiteX1" fmla="*/ 43584 w 258337"/>
                <a:gd name="connsiteY1" fmla="*/ 6762 h 53678"/>
                <a:gd name="connsiteX2" fmla="*/ 258337 w 258337"/>
                <a:gd name="connsiteY2" fmla="*/ 53678 h 53678"/>
                <a:gd name="connsiteX3" fmla="*/ 0 w 258337"/>
                <a:gd name="connsiteY3" fmla="*/ 0 h 5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337" h="53678">
                  <a:moveTo>
                    <a:pt x="0" y="0"/>
                  </a:moveTo>
                  <a:lnTo>
                    <a:pt x="43584" y="6762"/>
                  </a:lnTo>
                  <a:lnTo>
                    <a:pt x="258337" y="53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344508F4-A653-4376-A85C-0EB71E14CF16}"/>
                </a:ext>
              </a:extLst>
            </p:cNvPr>
            <p:cNvSpPr/>
            <p:nvPr/>
          </p:nvSpPr>
          <p:spPr>
            <a:xfrm>
              <a:off x="5024287" y="1688814"/>
              <a:ext cx="250916" cy="73770"/>
            </a:xfrm>
            <a:custGeom>
              <a:avLst/>
              <a:gdLst>
                <a:gd name="connsiteX0" fmla="*/ 250916 w 250916"/>
                <a:gd name="connsiteY0" fmla="*/ 0 h 73770"/>
                <a:gd name="connsiteX1" fmla="*/ 0 w 250916"/>
                <a:gd name="connsiteY1" fmla="*/ 73770 h 73770"/>
                <a:gd name="connsiteX2" fmla="*/ 41115 w 250916"/>
                <a:gd name="connsiteY2" fmla="*/ 59397 h 73770"/>
                <a:gd name="connsiteX3" fmla="*/ 250916 w 250916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6" h="73770">
                  <a:moveTo>
                    <a:pt x="250916" y="0"/>
                  </a:moveTo>
                  <a:lnTo>
                    <a:pt x="0" y="73770"/>
                  </a:lnTo>
                  <a:lnTo>
                    <a:pt x="41115" y="59397"/>
                  </a:lnTo>
                  <a:lnTo>
                    <a:pt x="25091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AFA8E536-D0D1-4C63-8505-8D4167F02D47}"/>
                </a:ext>
              </a:extLst>
            </p:cNvPr>
            <p:cNvSpPr/>
            <p:nvPr/>
          </p:nvSpPr>
          <p:spPr>
            <a:xfrm>
              <a:off x="7045334" y="1688814"/>
              <a:ext cx="250917" cy="73770"/>
            </a:xfrm>
            <a:custGeom>
              <a:avLst/>
              <a:gdLst>
                <a:gd name="connsiteX0" fmla="*/ 0 w 250917"/>
                <a:gd name="connsiteY0" fmla="*/ 0 h 73770"/>
                <a:gd name="connsiteX1" fmla="*/ 209801 w 250917"/>
                <a:gd name="connsiteY1" fmla="*/ 59397 h 73770"/>
                <a:gd name="connsiteX2" fmla="*/ 250917 w 250917"/>
                <a:gd name="connsiteY2" fmla="*/ 73770 h 73770"/>
                <a:gd name="connsiteX3" fmla="*/ 0 w 250917"/>
                <a:gd name="connsiteY3" fmla="*/ 0 h 73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917" h="73770">
                  <a:moveTo>
                    <a:pt x="0" y="0"/>
                  </a:moveTo>
                  <a:lnTo>
                    <a:pt x="209801" y="59397"/>
                  </a:lnTo>
                  <a:lnTo>
                    <a:pt x="250917" y="73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7D129936-EC71-4256-BDD7-D5C052BDF972}"/>
                </a:ext>
              </a:extLst>
            </p:cNvPr>
            <p:cNvSpPr/>
            <p:nvPr/>
          </p:nvSpPr>
          <p:spPr>
            <a:xfrm>
              <a:off x="4951433" y="1762584"/>
              <a:ext cx="72854" cy="25467"/>
            </a:xfrm>
            <a:custGeom>
              <a:avLst/>
              <a:gdLst>
                <a:gd name="connsiteX0" fmla="*/ 72854 w 72854"/>
                <a:gd name="connsiteY0" fmla="*/ 0 h 25467"/>
                <a:gd name="connsiteX1" fmla="*/ 0 w 72854"/>
                <a:gd name="connsiteY1" fmla="*/ 25467 h 25467"/>
                <a:gd name="connsiteX2" fmla="*/ 45176 w 72854"/>
                <a:gd name="connsiteY2" fmla="*/ 8137 h 25467"/>
                <a:gd name="connsiteX3" fmla="*/ 72854 w 72854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4" h="25467">
                  <a:moveTo>
                    <a:pt x="72854" y="0"/>
                  </a:moveTo>
                  <a:lnTo>
                    <a:pt x="0" y="25467"/>
                  </a:lnTo>
                  <a:lnTo>
                    <a:pt x="45176" y="8137"/>
                  </a:lnTo>
                  <a:lnTo>
                    <a:pt x="7285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73216AC4-062C-41C1-9CDF-BDCEB24545D8}"/>
                </a:ext>
              </a:extLst>
            </p:cNvPr>
            <p:cNvSpPr/>
            <p:nvPr/>
          </p:nvSpPr>
          <p:spPr>
            <a:xfrm>
              <a:off x="7296251" y="1762584"/>
              <a:ext cx="72853" cy="25467"/>
            </a:xfrm>
            <a:custGeom>
              <a:avLst/>
              <a:gdLst>
                <a:gd name="connsiteX0" fmla="*/ 0 w 72853"/>
                <a:gd name="connsiteY0" fmla="*/ 0 h 25467"/>
                <a:gd name="connsiteX1" fmla="*/ 27677 w 72853"/>
                <a:gd name="connsiteY1" fmla="*/ 8137 h 25467"/>
                <a:gd name="connsiteX2" fmla="*/ 72853 w 72853"/>
                <a:gd name="connsiteY2" fmla="*/ 25467 h 25467"/>
                <a:gd name="connsiteX3" fmla="*/ 0 w 72853"/>
                <a:gd name="connsiteY3" fmla="*/ 0 h 2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853" h="25467">
                  <a:moveTo>
                    <a:pt x="0" y="0"/>
                  </a:moveTo>
                  <a:lnTo>
                    <a:pt x="27677" y="8137"/>
                  </a:lnTo>
                  <a:lnTo>
                    <a:pt x="72853" y="25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461C38D3-9AA3-4857-9463-3E051621E554}"/>
                </a:ext>
              </a:extLst>
            </p:cNvPr>
            <p:cNvSpPr/>
            <p:nvPr/>
          </p:nvSpPr>
          <p:spPr>
            <a:xfrm>
              <a:off x="4772255" y="1788051"/>
              <a:ext cx="179179" cy="68736"/>
            </a:xfrm>
            <a:custGeom>
              <a:avLst/>
              <a:gdLst>
                <a:gd name="connsiteX0" fmla="*/ 179179 w 179179"/>
                <a:gd name="connsiteY0" fmla="*/ 0 h 68736"/>
                <a:gd name="connsiteX1" fmla="*/ 0 w 179179"/>
                <a:gd name="connsiteY1" fmla="*/ 68736 h 68736"/>
                <a:gd name="connsiteX2" fmla="*/ 88620 w 179179"/>
                <a:gd name="connsiteY2" fmla="*/ 31657 h 68736"/>
                <a:gd name="connsiteX3" fmla="*/ 179179 w 179179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79" h="68736">
                  <a:moveTo>
                    <a:pt x="179179" y="0"/>
                  </a:moveTo>
                  <a:lnTo>
                    <a:pt x="0" y="68736"/>
                  </a:lnTo>
                  <a:lnTo>
                    <a:pt x="88620" y="31657"/>
                  </a:lnTo>
                  <a:lnTo>
                    <a:pt x="17917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FC7FA56E-31C0-4825-BFB7-2D83AAC03F4E}"/>
                </a:ext>
              </a:extLst>
            </p:cNvPr>
            <p:cNvSpPr/>
            <p:nvPr/>
          </p:nvSpPr>
          <p:spPr>
            <a:xfrm>
              <a:off x="7369103" y="1788051"/>
              <a:ext cx="179180" cy="68736"/>
            </a:xfrm>
            <a:custGeom>
              <a:avLst/>
              <a:gdLst>
                <a:gd name="connsiteX0" fmla="*/ 0 w 179180"/>
                <a:gd name="connsiteY0" fmla="*/ 0 h 68736"/>
                <a:gd name="connsiteX1" fmla="*/ 90559 w 179180"/>
                <a:gd name="connsiteY1" fmla="*/ 31657 h 68736"/>
                <a:gd name="connsiteX2" fmla="*/ 179180 w 179180"/>
                <a:gd name="connsiteY2" fmla="*/ 68736 h 68736"/>
                <a:gd name="connsiteX3" fmla="*/ 0 w 179180"/>
                <a:gd name="connsiteY3" fmla="*/ 0 h 6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80" h="68736">
                  <a:moveTo>
                    <a:pt x="0" y="0"/>
                  </a:moveTo>
                  <a:lnTo>
                    <a:pt x="90559" y="31657"/>
                  </a:lnTo>
                  <a:lnTo>
                    <a:pt x="179180" y="68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617CF90C-2CB8-467B-B3FB-3EDD09BD2EBE}"/>
                </a:ext>
              </a:extLst>
            </p:cNvPr>
            <p:cNvSpPr/>
            <p:nvPr/>
          </p:nvSpPr>
          <p:spPr>
            <a:xfrm>
              <a:off x="4701710" y="1856787"/>
              <a:ext cx="70544" cy="29516"/>
            </a:xfrm>
            <a:custGeom>
              <a:avLst/>
              <a:gdLst>
                <a:gd name="connsiteX0" fmla="*/ 70544 w 70544"/>
                <a:gd name="connsiteY0" fmla="*/ 0 h 29516"/>
                <a:gd name="connsiteX1" fmla="*/ 0 w 70544"/>
                <a:gd name="connsiteY1" fmla="*/ 29516 h 29516"/>
                <a:gd name="connsiteX2" fmla="*/ 25997 w 70544"/>
                <a:gd name="connsiteY2" fmla="*/ 17089 h 29516"/>
                <a:gd name="connsiteX3" fmla="*/ 70544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70544" y="0"/>
                  </a:moveTo>
                  <a:lnTo>
                    <a:pt x="0" y="29516"/>
                  </a:lnTo>
                  <a:lnTo>
                    <a:pt x="25997" y="17089"/>
                  </a:lnTo>
                  <a:lnTo>
                    <a:pt x="70544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手繪多邊形: 圖案 24">
              <a:extLst>
                <a:ext uri="{FF2B5EF4-FFF2-40B4-BE49-F238E27FC236}">
                  <a16:creationId xmlns:a16="http://schemas.microsoft.com/office/drawing/2014/main" id="{28DAD4F9-25B8-4E90-9358-8E60888B15C5}"/>
                </a:ext>
              </a:extLst>
            </p:cNvPr>
            <p:cNvSpPr/>
            <p:nvPr/>
          </p:nvSpPr>
          <p:spPr>
            <a:xfrm>
              <a:off x="7548283" y="1856787"/>
              <a:ext cx="70544" cy="29516"/>
            </a:xfrm>
            <a:custGeom>
              <a:avLst/>
              <a:gdLst>
                <a:gd name="connsiteX0" fmla="*/ 0 w 70544"/>
                <a:gd name="connsiteY0" fmla="*/ 0 h 29516"/>
                <a:gd name="connsiteX1" fmla="*/ 44546 w 70544"/>
                <a:gd name="connsiteY1" fmla="*/ 17089 h 29516"/>
                <a:gd name="connsiteX2" fmla="*/ 70544 w 70544"/>
                <a:gd name="connsiteY2" fmla="*/ 29516 h 29516"/>
                <a:gd name="connsiteX3" fmla="*/ 0 w 70544"/>
                <a:gd name="connsiteY3" fmla="*/ 0 h 2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44" h="29516">
                  <a:moveTo>
                    <a:pt x="0" y="0"/>
                  </a:moveTo>
                  <a:lnTo>
                    <a:pt x="44546" y="17089"/>
                  </a:lnTo>
                  <a:lnTo>
                    <a:pt x="70544" y="29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手繪多邊形: 圖案 25">
              <a:extLst>
                <a:ext uri="{FF2B5EF4-FFF2-40B4-BE49-F238E27FC236}">
                  <a16:creationId xmlns:a16="http://schemas.microsoft.com/office/drawing/2014/main" id="{4F0F4C71-F361-4142-88CD-0F585BFAAC99}"/>
                </a:ext>
              </a:extLst>
            </p:cNvPr>
            <p:cNvSpPr/>
            <p:nvPr/>
          </p:nvSpPr>
          <p:spPr>
            <a:xfrm>
              <a:off x="4469648" y="1886303"/>
              <a:ext cx="232063" cy="110930"/>
            </a:xfrm>
            <a:custGeom>
              <a:avLst/>
              <a:gdLst>
                <a:gd name="connsiteX0" fmla="*/ 232063 w 232063"/>
                <a:gd name="connsiteY0" fmla="*/ 0 h 110930"/>
                <a:gd name="connsiteX1" fmla="*/ 0 w 232063"/>
                <a:gd name="connsiteY1" fmla="*/ 110930 h 110930"/>
                <a:gd name="connsiteX2" fmla="*/ 192477 w 232063"/>
                <a:gd name="connsiteY2" fmla="*/ 16563 h 110930"/>
                <a:gd name="connsiteX3" fmla="*/ 232063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232063" y="0"/>
                  </a:moveTo>
                  <a:lnTo>
                    <a:pt x="0" y="110930"/>
                  </a:lnTo>
                  <a:lnTo>
                    <a:pt x="192477" y="16563"/>
                  </a:lnTo>
                  <a:lnTo>
                    <a:pt x="2320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: 圖案 26">
              <a:extLst>
                <a:ext uri="{FF2B5EF4-FFF2-40B4-BE49-F238E27FC236}">
                  <a16:creationId xmlns:a16="http://schemas.microsoft.com/office/drawing/2014/main" id="{D0109504-F3C6-4881-8537-56928C04EDBE}"/>
                </a:ext>
              </a:extLst>
            </p:cNvPr>
            <p:cNvSpPr/>
            <p:nvPr/>
          </p:nvSpPr>
          <p:spPr>
            <a:xfrm>
              <a:off x="7618828" y="1886303"/>
              <a:ext cx="232063" cy="110930"/>
            </a:xfrm>
            <a:custGeom>
              <a:avLst/>
              <a:gdLst>
                <a:gd name="connsiteX0" fmla="*/ 0 w 232063"/>
                <a:gd name="connsiteY0" fmla="*/ 0 h 110930"/>
                <a:gd name="connsiteX1" fmla="*/ 39585 w 232063"/>
                <a:gd name="connsiteY1" fmla="*/ 16563 h 110930"/>
                <a:gd name="connsiteX2" fmla="*/ 232063 w 232063"/>
                <a:gd name="connsiteY2" fmla="*/ 110930 h 110930"/>
                <a:gd name="connsiteX3" fmla="*/ 0 w 232063"/>
                <a:gd name="connsiteY3" fmla="*/ 0 h 11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63" h="110930">
                  <a:moveTo>
                    <a:pt x="0" y="0"/>
                  </a:moveTo>
                  <a:lnTo>
                    <a:pt x="39585" y="16563"/>
                  </a:lnTo>
                  <a:lnTo>
                    <a:pt x="232063" y="110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71127F1D-58E5-486B-830C-7C98B0A3208A}"/>
                </a:ext>
              </a:extLst>
            </p:cNvPr>
            <p:cNvSpPr/>
            <p:nvPr/>
          </p:nvSpPr>
          <p:spPr>
            <a:xfrm>
              <a:off x="2665367" y="1997233"/>
              <a:ext cx="2033380" cy="2486497"/>
            </a:xfrm>
            <a:custGeom>
              <a:avLst/>
              <a:gdLst>
                <a:gd name="connsiteX0" fmla="*/ 1804280 w 2033380"/>
                <a:gd name="connsiteY0" fmla="*/ 0 h 2486497"/>
                <a:gd name="connsiteX1" fmla="*/ 1804198 w 2033380"/>
                <a:gd name="connsiteY1" fmla="*/ 40 h 2486497"/>
                <a:gd name="connsiteX2" fmla="*/ 1705446 w 2033380"/>
                <a:gd name="connsiteY2" fmla="*/ 57215 h 2486497"/>
                <a:gd name="connsiteX3" fmla="*/ 2033380 w 2033380"/>
                <a:gd name="connsiteY3" fmla="*/ 648969 h 2486497"/>
                <a:gd name="connsiteX4" fmla="*/ 1906133 w 2033380"/>
                <a:gd name="connsiteY4" fmla="*/ 722641 h 2486497"/>
                <a:gd name="connsiteX5" fmla="*/ 667489 w 2033380"/>
                <a:gd name="connsiteY5" fmla="*/ 2335382 h 2486497"/>
                <a:gd name="connsiteX6" fmla="*/ 628634 w 2033380"/>
                <a:gd name="connsiteY6" fmla="*/ 2486497 h 2486497"/>
                <a:gd name="connsiteX7" fmla="*/ 519350 w 2033380"/>
                <a:gd name="connsiteY7" fmla="*/ 2449519 h 2486497"/>
                <a:gd name="connsiteX8" fmla="*/ 129956 w 2033380"/>
                <a:gd name="connsiteY8" fmla="*/ 2295986 h 2486497"/>
                <a:gd name="connsiteX9" fmla="*/ 0 w 2033380"/>
                <a:gd name="connsiteY9" fmla="*/ 2237234 h 2486497"/>
                <a:gd name="connsiteX10" fmla="*/ 29849 w 2033380"/>
                <a:gd name="connsiteY10" fmla="*/ 2132118 h 2486497"/>
                <a:gd name="connsiteX11" fmla="*/ 1804198 w 2033380"/>
                <a:gd name="connsiteY11" fmla="*/ 39 h 2486497"/>
                <a:gd name="connsiteX12" fmla="*/ 1804280 w 2033380"/>
                <a:gd name="connsiteY12" fmla="*/ 0 h 24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33380" h="2486497">
                  <a:moveTo>
                    <a:pt x="1804280" y="0"/>
                  </a:moveTo>
                  <a:lnTo>
                    <a:pt x="1804198" y="40"/>
                  </a:lnTo>
                  <a:lnTo>
                    <a:pt x="1705446" y="57215"/>
                  </a:lnTo>
                  <a:lnTo>
                    <a:pt x="2033380" y="648969"/>
                  </a:lnTo>
                  <a:lnTo>
                    <a:pt x="1906133" y="722641"/>
                  </a:lnTo>
                  <a:cubicBezTo>
                    <a:pt x="1321956" y="1092220"/>
                    <a:pt x="876959" y="1661916"/>
                    <a:pt x="667489" y="2335382"/>
                  </a:cubicBezTo>
                  <a:lnTo>
                    <a:pt x="628634" y="2486497"/>
                  </a:lnTo>
                  <a:lnTo>
                    <a:pt x="519350" y="2449519"/>
                  </a:lnTo>
                  <a:cubicBezTo>
                    <a:pt x="388018" y="2401432"/>
                    <a:pt x="258190" y="2350225"/>
                    <a:pt x="129956" y="2295986"/>
                  </a:cubicBezTo>
                  <a:lnTo>
                    <a:pt x="0" y="2237234"/>
                  </a:lnTo>
                  <a:lnTo>
                    <a:pt x="29849" y="2132118"/>
                  </a:lnTo>
                  <a:cubicBezTo>
                    <a:pt x="316954" y="1209048"/>
                    <a:pt x="962748" y="444011"/>
                    <a:pt x="1804198" y="39"/>
                  </a:cubicBezTo>
                  <a:lnTo>
                    <a:pt x="1804280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手繪多邊形: 圖案 28">
              <a:extLst>
                <a:ext uri="{FF2B5EF4-FFF2-40B4-BE49-F238E27FC236}">
                  <a16:creationId xmlns:a16="http://schemas.microsoft.com/office/drawing/2014/main" id="{323FC10B-0D45-4FEC-B30D-6309A0D0CFC4}"/>
                </a:ext>
              </a:extLst>
            </p:cNvPr>
            <p:cNvSpPr/>
            <p:nvPr/>
          </p:nvSpPr>
          <p:spPr>
            <a:xfrm>
              <a:off x="7608137" y="1997233"/>
              <a:ext cx="2040830" cy="2481004"/>
            </a:xfrm>
            <a:custGeom>
              <a:avLst/>
              <a:gdLst>
                <a:gd name="connsiteX0" fmla="*/ 242753 w 2040830"/>
                <a:gd name="connsiteY0" fmla="*/ 0 h 2481004"/>
                <a:gd name="connsiteX1" fmla="*/ 242834 w 2040830"/>
                <a:gd name="connsiteY1" fmla="*/ 39 h 2481004"/>
                <a:gd name="connsiteX2" fmla="*/ 2017183 w 2040830"/>
                <a:gd name="connsiteY2" fmla="*/ 2132118 h 2481004"/>
                <a:gd name="connsiteX3" fmla="*/ 2040830 w 2040830"/>
                <a:gd name="connsiteY3" fmla="*/ 2215393 h 2481004"/>
                <a:gd name="connsiteX4" fmla="*/ 1862562 w 2040830"/>
                <a:gd name="connsiteY4" fmla="*/ 2295986 h 2481004"/>
                <a:gd name="connsiteX5" fmla="*/ 1473168 w 2040830"/>
                <a:gd name="connsiteY5" fmla="*/ 2449519 h 2481004"/>
                <a:gd name="connsiteX6" fmla="*/ 1380116 w 2040830"/>
                <a:gd name="connsiteY6" fmla="*/ 2481004 h 2481004"/>
                <a:gd name="connsiteX7" fmla="*/ 1342673 w 2040830"/>
                <a:gd name="connsiteY7" fmla="*/ 2335382 h 2481004"/>
                <a:gd name="connsiteX8" fmla="*/ 104029 w 2040830"/>
                <a:gd name="connsiteY8" fmla="*/ 722641 h 2481004"/>
                <a:gd name="connsiteX9" fmla="*/ 0 w 2040830"/>
                <a:gd name="connsiteY9" fmla="*/ 662411 h 2481004"/>
                <a:gd name="connsiteX10" fmla="*/ 336890 w 2040830"/>
                <a:gd name="connsiteY10" fmla="*/ 54496 h 2481004"/>
                <a:gd name="connsiteX11" fmla="*/ 242834 w 2040830"/>
                <a:gd name="connsiteY11" fmla="*/ 40 h 2481004"/>
                <a:gd name="connsiteX12" fmla="*/ 242753 w 2040830"/>
                <a:gd name="connsiteY12" fmla="*/ 0 h 248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40830" h="2481004">
                  <a:moveTo>
                    <a:pt x="242753" y="0"/>
                  </a:moveTo>
                  <a:lnTo>
                    <a:pt x="242834" y="39"/>
                  </a:lnTo>
                  <a:cubicBezTo>
                    <a:pt x="1084284" y="444011"/>
                    <a:pt x="1730078" y="1209048"/>
                    <a:pt x="2017183" y="2132118"/>
                  </a:cubicBezTo>
                  <a:lnTo>
                    <a:pt x="2040830" y="2215393"/>
                  </a:lnTo>
                  <a:lnTo>
                    <a:pt x="1862562" y="2295986"/>
                  </a:lnTo>
                  <a:cubicBezTo>
                    <a:pt x="1734328" y="2350225"/>
                    <a:pt x="1604500" y="2401432"/>
                    <a:pt x="1473168" y="2449519"/>
                  </a:cubicBezTo>
                  <a:lnTo>
                    <a:pt x="1380116" y="2481004"/>
                  </a:lnTo>
                  <a:lnTo>
                    <a:pt x="1342673" y="2335382"/>
                  </a:lnTo>
                  <a:cubicBezTo>
                    <a:pt x="1133203" y="1661916"/>
                    <a:pt x="688206" y="1092220"/>
                    <a:pt x="104029" y="722641"/>
                  </a:cubicBezTo>
                  <a:lnTo>
                    <a:pt x="0" y="662411"/>
                  </a:lnTo>
                  <a:lnTo>
                    <a:pt x="336890" y="54496"/>
                  </a:lnTo>
                  <a:lnTo>
                    <a:pt x="242834" y="40"/>
                  </a:lnTo>
                  <a:lnTo>
                    <a:pt x="242753" y="0"/>
                  </a:lnTo>
                  <a:close/>
                </a:path>
              </a:pathLst>
            </a:custGeom>
            <a:solidFill>
              <a:srgbClr val="0070C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: 圖案 29">
              <a:extLst>
                <a:ext uri="{FF2B5EF4-FFF2-40B4-BE49-F238E27FC236}">
                  <a16:creationId xmlns:a16="http://schemas.microsoft.com/office/drawing/2014/main" id="{58898F13-FAB3-41B1-AD01-E72B35021B85}"/>
                </a:ext>
              </a:extLst>
            </p:cNvPr>
            <p:cNvSpPr/>
            <p:nvPr/>
          </p:nvSpPr>
          <p:spPr>
            <a:xfrm>
              <a:off x="4698747" y="2266032"/>
              <a:ext cx="2909390" cy="794954"/>
            </a:xfrm>
            <a:custGeom>
              <a:avLst/>
              <a:gdLst>
                <a:gd name="connsiteX0" fmla="*/ 1443086 w 2909390"/>
                <a:gd name="connsiteY0" fmla="*/ 0 h 794954"/>
                <a:gd name="connsiteX1" fmla="*/ 1663799 w 2909390"/>
                <a:gd name="connsiteY1" fmla="*/ 9060 h 794954"/>
                <a:gd name="connsiteX2" fmla="*/ 1728342 w 2909390"/>
                <a:gd name="connsiteY2" fmla="*/ 15044 h 794954"/>
                <a:gd name="connsiteX3" fmla="*/ 1887933 w 2909390"/>
                <a:gd name="connsiteY3" fmla="*/ 34801 h 794954"/>
                <a:gd name="connsiteX4" fmla="*/ 1950971 w 2909390"/>
                <a:gd name="connsiteY4" fmla="*/ 44581 h 794954"/>
                <a:gd name="connsiteX5" fmla="*/ 2160498 w 2909390"/>
                <a:gd name="connsiteY5" fmla="*/ 88117 h 794954"/>
                <a:gd name="connsiteX6" fmla="*/ 2364003 w 2909390"/>
                <a:gd name="connsiteY6" fmla="*/ 147947 h 794954"/>
                <a:gd name="connsiteX7" fmla="*/ 2423012 w 2909390"/>
                <a:gd name="connsiteY7" fmla="*/ 168575 h 794954"/>
                <a:gd name="connsiteX8" fmla="*/ 2568298 w 2909390"/>
                <a:gd name="connsiteY8" fmla="*/ 224309 h 794954"/>
                <a:gd name="connsiteX9" fmla="*/ 2625480 w 2909390"/>
                <a:gd name="connsiteY9" fmla="*/ 248235 h 794954"/>
                <a:gd name="connsiteX10" fmla="*/ 2813670 w 2909390"/>
                <a:gd name="connsiteY10" fmla="*/ 338193 h 794954"/>
                <a:gd name="connsiteX11" fmla="*/ 2909390 w 2909390"/>
                <a:gd name="connsiteY11" fmla="*/ 393612 h 794954"/>
                <a:gd name="connsiteX12" fmla="*/ 2686977 w 2909390"/>
                <a:gd name="connsiteY12" fmla="*/ 794954 h 794954"/>
                <a:gd name="connsiteX13" fmla="*/ 2569109 w 2909390"/>
                <a:gd name="connsiteY13" fmla="*/ 726711 h 794954"/>
                <a:gd name="connsiteX14" fmla="*/ 1434264 w 2909390"/>
                <a:gd name="connsiteY14" fmla="*/ 446688 h 794954"/>
                <a:gd name="connsiteX15" fmla="*/ 299420 w 2909390"/>
                <a:gd name="connsiteY15" fmla="*/ 726711 h 794954"/>
                <a:gd name="connsiteX16" fmla="*/ 218127 w 2909390"/>
                <a:gd name="connsiteY16" fmla="*/ 773778 h 794954"/>
                <a:gd name="connsiteX17" fmla="*/ 0 w 2909390"/>
                <a:gd name="connsiteY17" fmla="*/ 380170 h 794954"/>
                <a:gd name="connsiteX18" fmla="*/ 72502 w 2909390"/>
                <a:gd name="connsiteY18" fmla="*/ 338193 h 794954"/>
                <a:gd name="connsiteX19" fmla="*/ 260692 w 2909390"/>
                <a:gd name="connsiteY19" fmla="*/ 248235 h 794954"/>
                <a:gd name="connsiteX20" fmla="*/ 317875 w 2909390"/>
                <a:gd name="connsiteY20" fmla="*/ 224309 h 794954"/>
                <a:gd name="connsiteX21" fmla="*/ 463156 w 2909390"/>
                <a:gd name="connsiteY21" fmla="*/ 168577 h 794954"/>
                <a:gd name="connsiteX22" fmla="*/ 522175 w 2909390"/>
                <a:gd name="connsiteY22" fmla="*/ 147946 h 794954"/>
                <a:gd name="connsiteX23" fmla="*/ 725648 w 2909390"/>
                <a:gd name="connsiteY23" fmla="*/ 88125 h 794954"/>
                <a:gd name="connsiteX24" fmla="*/ 725675 w 2909390"/>
                <a:gd name="connsiteY24" fmla="*/ 88117 h 794954"/>
                <a:gd name="connsiteX25" fmla="*/ 725695 w 2909390"/>
                <a:gd name="connsiteY25" fmla="*/ 88113 h 794954"/>
                <a:gd name="connsiteX26" fmla="*/ 935201 w 2909390"/>
                <a:gd name="connsiteY26" fmla="*/ 44581 h 794954"/>
                <a:gd name="connsiteX27" fmla="*/ 998242 w 2909390"/>
                <a:gd name="connsiteY27" fmla="*/ 34801 h 794954"/>
                <a:gd name="connsiteX28" fmla="*/ 1157828 w 2909390"/>
                <a:gd name="connsiteY28" fmla="*/ 15045 h 794954"/>
                <a:gd name="connsiteX29" fmla="*/ 1222375 w 2909390"/>
                <a:gd name="connsiteY29" fmla="*/ 9060 h 794954"/>
                <a:gd name="connsiteX30" fmla="*/ 1443086 w 2909390"/>
                <a:gd name="connsiteY30" fmla="*/ 0 h 7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909390" h="794954">
                  <a:moveTo>
                    <a:pt x="1443086" y="0"/>
                  </a:moveTo>
                  <a:lnTo>
                    <a:pt x="1663799" y="9060"/>
                  </a:lnTo>
                  <a:lnTo>
                    <a:pt x="1728342" y="15044"/>
                  </a:lnTo>
                  <a:lnTo>
                    <a:pt x="1887933" y="34801"/>
                  </a:lnTo>
                  <a:lnTo>
                    <a:pt x="1950971" y="44581"/>
                  </a:lnTo>
                  <a:lnTo>
                    <a:pt x="2160498" y="88117"/>
                  </a:lnTo>
                  <a:lnTo>
                    <a:pt x="2364003" y="147947"/>
                  </a:lnTo>
                  <a:lnTo>
                    <a:pt x="2423012" y="168575"/>
                  </a:lnTo>
                  <a:lnTo>
                    <a:pt x="2568298" y="224309"/>
                  </a:lnTo>
                  <a:lnTo>
                    <a:pt x="2625480" y="248235"/>
                  </a:lnTo>
                  <a:lnTo>
                    <a:pt x="2813670" y="338193"/>
                  </a:lnTo>
                  <a:lnTo>
                    <a:pt x="2909390" y="393612"/>
                  </a:lnTo>
                  <a:lnTo>
                    <a:pt x="2686977" y="794954"/>
                  </a:lnTo>
                  <a:lnTo>
                    <a:pt x="2569109" y="726711"/>
                  </a:lnTo>
                  <a:cubicBezTo>
                    <a:pt x="2230227" y="547908"/>
                    <a:pt x="1844066" y="446688"/>
                    <a:pt x="1434264" y="446688"/>
                  </a:cubicBezTo>
                  <a:cubicBezTo>
                    <a:pt x="1024462" y="446688"/>
                    <a:pt x="638302" y="547908"/>
                    <a:pt x="299420" y="726711"/>
                  </a:cubicBezTo>
                  <a:lnTo>
                    <a:pt x="218127" y="773778"/>
                  </a:lnTo>
                  <a:lnTo>
                    <a:pt x="0" y="380170"/>
                  </a:lnTo>
                  <a:lnTo>
                    <a:pt x="72502" y="338193"/>
                  </a:lnTo>
                  <a:lnTo>
                    <a:pt x="260692" y="248235"/>
                  </a:lnTo>
                  <a:lnTo>
                    <a:pt x="317875" y="224309"/>
                  </a:lnTo>
                  <a:lnTo>
                    <a:pt x="463156" y="168577"/>
                  </a:lnTo>
                  <a:lnTo>
                    <a:pt x="522175" y="147946"/>
                  </a:lnTo>
                  <a:lnTo>
                    <a:pt x="725648" y="88125"/>
                  </a:lnTo>
                  <a:lnTo>
                    <a:pt x="725675" y="88117"/>
                  </a:lnTo>
                  <a:lnTo>
                    <a:pt x="725695" y="88113"/>
                  </a:lnTo>
                  <a:lnTo>
                    <a:pt x="935201" y="44581"/>
                  </a:lnTo>
                  <a:lnTo>
                    <a:pt x="998242" y="34801"/>
                  </a:lnTo>
                  <a:lnTo>
                    <a:pt x="1157828" y="15045"/>
                  </a:lnTo>
                  <a:lnTo>
                    <a:pt x="1222375" y="9060"/>
                  </a:lnTo>
                  <a:lnTo>
                    <a:pt x="1443086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手繪多邊形: 圖案 30">
              <a:extLst>
                <a:ext uri="{FF2B5EF4-FFF2-40B4-BE49-F238E27FC236}">
                  <a16:creationId xmlns:a16="http://schemas.microsoft.com/office/drawing/2014/main" id="{3600A7EE-FDF8-4BF0-8C76-6BC15F1FF5CB}"/>
                </a:ext>
              </a:extLst>
            </p:cNvPr>
            <p:cNvSpPr/>
            <p:nvPr/>
          </p:nvSpPr>
          <p:spPr>
            <a:xfrm>
              <a:off x="6141834" y="2266032"/>
              <a:ext cx="220713" cy="9060"/>
            </a:xfrm>
            <a:custGeom>
              <a:avLst/>
              <a:gdLst>
                <a:gd name="connsiteX0" fmla="*/ 0 w 220713"/>
                <a:gd name="connsiteY0" fmla="*/ 0 h 9060"/>
                <a:gd name="connsiteX1" fmla="*/ 184205 w 220713"/>
                <a:gd name="connsiteY1" fmla="*/ 5675 h 9060"/>
                <a:gd name="connsiteX2" fmla="*/ 220713 w 220713"/>
                <a:gd name="connsiteY2" fmla="*/ 9060 h 9060"/>
                <a:gd name="connsiteX3" fmla="*/ 0 w 220713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3" h="9060">
                  <a:moveTo>
                    <a:pt x="0" y="0"/>
                  </a:moveTo>
                  <a:cubicBezTo>
                    <a:pt x="61866" y="0"/>
                    <a:pt x="123287" y="1910"/>
                    <a:pt x="184205" y="5675"/>
                  </a:cubicBezTo>
                  <a:lnTo>
                    <a:pt x="220713" y="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3112276C-C38D-4D94-8E61-5FF81CDFB486}"/>
                </a:ext>
              </a:extLst>
            </p:cNvPr>
            <p:cNvSpPr/>
            <p:nvPr/>
          </p:nvSpPr>
          <p:spPr>
            <a:xfrm>
              <a:off x="5921123" y="2266032"/>
              <a:ext cx="220711" cy="9060"/>
            </a:xfrm>
            <a:custGeom>
              <a:avLst/>
              <a:gdLst>
                <a:gd name="connsiteX0" fmla="*/ 220711 w 220711"/>
                <a:gd name="connsiteY0" fmla="*/ 0 h 9060"/>
                <a:gd name="connsiteX1" fmla="*/ 0 w 220711"/>
                <a:gd name="connsiteY1" fmla="*/ 9060 h 9060"/>
                <a:gd name="connsiteX2" fmla="*/ 36507 w 220711"/>
                <a:gd name="connsiteY2" fmla="*/ 5675 h 9060"/>
                <a:gd name="connsiteX3" fmla="*/ 220711 w 220711"/>
                <a:gd name="connsiteY3" fmla="*/ 0 h 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711" h="9060">
                  <a:moveTo>
                    <a:pt x="220711" y="0"/>
                  </a:moveTo>
                  <a:lnTo>
                    <a:pt x="0" y="9060"/>
                  </a:lnTo>
                  <a:lnTo>
                    <a:pt x="36507" y="5675"/>
                  </a:lnTo>
                  <a:cubicBezTo>
                    <a:pt x="97425" y="1910"/>
                    <a:pt x="158845" y="0"/>
                    <a:pt x="220711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C9D3FB4A-3E43-4770-B0A0-75F5BF48D7B9}"/>
                </a:ext>
              </a:extLst>
            </p:cNvPr>
            <p:cNvSpPr/>
            <p:nvPr/>
          </p:nvSpPr>
          <p:spPr>
            <a:xfrm>
              <a:off x="5856576" y="2275093"/>
              <a:ext cx="64547" cy="5985"/>
            </a:xfrm>
            <a:custGeom>
              <a:avLst/>
              <a:gdLst>
                <a:gd name="connsiteX0" fmla="*/ 64547 w 64547"/>
                <a:gd name="connsiteY0" fmla="*/ 0 h 5985"/>
                <a:gd name="connsiteX1" fmla="*/ 0 w 64547"/>
                <a:gd name="connsiteY1" fmla="*/ 5985 h 5985"/>
                <a:gd name="connsiteX2" fmla="*/ 40305 w 64547"/>
                <a:gd name="connsiteY2" fmla="*/ 995 h 5985"/>
                <a:gd name="connsiteX3" fmla="*/ 64547 w 64547"/>
                <a:gd name="connsiteY3" fmla="*/ 0 h 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7" h="5985">
                  <a:moveTo>
                    <a:pt x="64547" y="0"/>
                  </a:moveTo>
                  <a:lnTo>
                    <a:pt x="0" y="5985"/>
                  </a:lnTo>
                  <a:lnTo>
                    <a:pt x="40305" y="995"/>
                  </a:lnTo>
                  <a:lnTo>
                    <a:pt x="6454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6BF32313-A628-448D-BEA6-CE70687AF20C}"/>
                </a:ext>
              </a:extLst>
            </p:cNvPr>
            <p:cNvSpPr/>
            <p:nvPr/>
          </p:nvSpPr>
          <p:spPr>
            <a:xfrm>
              <a:off x="6362547" y="2275092"/>
              <a:ext cx="64543" cy="5984"/>
            </a:xfrm>
            <a:custGeom>
              <a:avLst/>
              <a:gdLst>
                <a:gd name="connsiteX0" fmla="*/ 0 w 64543"/>
                <a:gd name="connsiteY0" fmla="*/ 0 h 5984"/>
                <a:gd name="connsiteX1" fmla="*/ 24240 w 64543"/>
                <a:gd name="connsiteY1" fmla="*/ 995 h 5984"/>
                <a:gd name="connsiteX2" fmla="*/ 64543 w 64543"/>
                <a:gd name="connsiteY2" fmla="*/ 5984 h 5984"/>
                <a:gd name="connsiteX3" fmla="*/ 0 w 64543"/>
                <a:gd name="connsiteY3" fmla="*/ 0 h 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43" h="5984">
                  <a:moveTo>
                    <a:pt x="0" y="0"/>
                  </a:moveTo>
                  <a:lnTo>
                    <a:pt x="24240" y="995"/>
                  </a:lnTo>
                  <a:lnTo>
                    <a:pt x="64543" y="5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D0F8C381-E9DD-4E4F-8CB2-91796A91A635}"/>
                </a:ext>
              </a:extLst>
            </p:cNvPr>
            <p:cNvSpPr/>
            <p:nvPr/>
          </p:nvSpPr>
          <p:spPr>
            <a:xfrm>
              <a:off x="6427090" y="2281077"/>
              <a:ext cx="159591" cy="19757"/>
            </a:xfrm>
            <a:custGeom>
              <a:avLst/>
              <a:gdLst>
                <a:gd name="connsiteX0" fmla="*/ 0 w 159591"/>
                <a:gd name="connsiteY0" fmla="*/ 0 h 19757"/>
                <a:gd name="connsiteX1" fmla="*/ 80142 w 159591"/>
                <a:gd name="connsiteY1" fmla="*/ 7431 h 19757"/>
                <a:gd name="connsiteX2" fmla="*/ 159591 w 159591"/>
                <a:gd name="connsiteY2" fmla="*/ 19757 h 19757"/>
                <a:gd name="connsiteX3" fmla="*/ 0 w 159591"/>
                <a:gd name="connsiteY3" fmla="*/ 0 h 1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91" h="19757">
                  <a:moveTo>
                    <a:pt x="0" y="0"/>
                  </a:moveTo>
                  <a:lnTo>
                    <a:pt x="80142" y="7431"/>
                  </a:lnTo>
                  <a:lnTo>
                    <a:pt x="159591" y="19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手繪多邊形: 圖案 35">
              <a:extLst>
                <a:ext uri="{FF2B5EF4-FFF2-40B4-BE49-F238E27FC236}">
                  <a16:creationId xmlns:a16="http://schemas.microsoft.com/office/drawing/2014/main" id="{57CB7303-F61C-41C8-B9E8-52930A4B005F}"/>
                </a:ext>
              </a:extLst>
            </p:cNvPr>
            <p:cNvSpPr/>
            <p:nvPr/>
          </p:nvSpPr>
          <p:spPr>
            <a:xfrm>
              <a:off x="5696989" y="2281077"/>
              <a:ext cx="159586" cy="19756"/>
            </a:xfrm>
            <a:custGeom>
              <a:avLst/>
              <a:gdLst>
                <a:gd name="connsiteX0" fmla="*/ 159586 w 159586"/>
                <a:gd name="connsiteY0" fmla="*/ 0 h 19756"/>
                <a:gd name="connsiteX1" fmla="*/ 0 w 159586"/>
                <a:gd name="connsiteY1" fmla="*/ 19756 h 19756"/>
                <a:gd name="connsiteX2" fmla="*/ 79447 w 159586"/>
                <a:gd name="connsiteY2" fmla="*/ 7430 h 19756"/>
                <a:gd name="connsiteX3" fmla="*/ 159586 w 159586"/>
                <a:gd name="connsiteY3" fmla="*/ 0 h 1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586" h="19756">
                  <a:moveTo>
                    <a:pt x="159586" y="0"/>
                  </a:moveTo>
                  <a:lnTo>
                    <a:pt x="0" y="19756"/>
                  </a:lnTo>
                  <a:lnTo>
                    <a:pt x="79447" y="7430"/>
                  </a:lnTo>
                  <a:lnTo>
                    <a:pt x="15958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手繪多邊形: 圖案 36">
              <a:extLst>
                <a:ext uri="{FF2B5EF4-FFF2-40B4-BE49-F238E27FC236}">
                  <a16:creationId xmlns:a16="http://schemas.microsoft.com/office/drawing/2014/main" id="{10BB1A00-03C3-43C0-9027-4E6408A6C0FF}"/>
                </a:ext>
              </a:extLst>
            </p:cNvPr>
            <p:cNvSpPr/>
            <p:nvPr/>
          </p:nvSpPr>
          <p:spPr>
            <a:xfrm>
              <a:off x="5633949" y="2300833"/>
              <a:ext cx="63041" cy="9780"/>
            </a:xfrm>
            <a:custGeom>
              <a:avLst/>
              <a:gdLst>
                <a:gd name="connsiteX0" fmla="*/ 63041 w 63041"/>
                <a:gd name="connsiteY0" fmla="*/ 0 h 9780"/>
                <a:gd name="connsiteX1" fmla="*/ 0 w 63041"/>
                <a:gd name="connsiteY1" fmla="*/ 9780 h 9780"/>
                <a:gd name="connsiteX2" fmla="*/ 23530 w 63041"/>
                <a:gd name="connsiteY2" fmla="*/ 4891 h 9780"/>
                <a:gd name="connsiteX3" fmla="*/ 63041 w 63041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41" h="9780">
                  <a:moveTo>
                    <a:pt x="63041" y="0"/>
                  </a:moveTo>
                  <a:lnTo>
                    <a:pt x="0" y="9780"/>
                  </a:lnTo>
                  <a:lnTo>
                    <a:pt x="23530" y="4891"/>
                  </a:lnTo>
                  <a:lnTo>
                    <a:pt x="6304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手繪多邊形: 圖案 37">
              <a:extLst>
                <a:ext uri="{FF2B5EF4-FFF2-40B4-BE49-F238E27FC236}">
                  <a16:creationId xmlns:a16="http://schemas.microsoft.com/office/drawing/2014/main" id="{978316DA-07D7-4E80-A853-F298567BB856}"/>
                </a:ext>
              </a:extLst>
            </p:cNvPr>
            <p:cNvSpPr/>
            <p:nvPr/>
          </p:nvSpPr>
          <p:spPr>
            <a:xfrm>
              <a:off x="6586680" y="2300833"/>
              <a:ext cx="63038" cy="9780"/>
            </a:xfrm>
            <a:custGeom>
              <a:avLst/>
              <a:gdLst>
                <a:gd name="connsiteX0" fmla="*/ 0 w 63038"/>
                <a:gd name="connsiteY0" fmla="*/ 0 h 9780"/>
                <a:gd name="connsiteX1" fmla="*/ 39508 w 63038"/>
                <a:gd name="connsiteY1" fmla="*/ 4891 h 9780"/>
                <a:gd name="connsiteX2" fmla="*/ 63038 w 63038"/>
                <a:gd name="connsiteY2" fmla="*/ 9780 h 9780"/>
                <a:gd name="connsiteX3" fmla="*/ 0 w 63038"/>
                <a:gd name="connsiteY3" fmla="*/ 0 h 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038" h="9780">
                  <a:moveTo>
                    <a:pt x="0" y="0"/>
                  </a:moveTo>
                  <a:lnTo>
                    <a:pt x="39508" y="4891"/>
                  </a:lnTo>
                  <a:lnTo>
                    <a:pt x="63038" y="9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C03AEFB9-8833-41D6-85E4-D733EB02A5F6}"/>
                </a:ext>
              </a:extLst>
            </p:cNvPr>
            <p:cNvSpPr/>
            <p:nvPr/>
          </p:nvSpPr>
          <p:spPr>
            <a:xfrm>
              <a:off x="6649719" y="2310613"/>
              <a:ext cx="209527" cy="43536"/>
            </a:xfrm>
            <a:custGeom>
              <a:avLst/>
              <a:gdLst>
                <a:gd name="connsiteX0" fmla="*/ 0 w 209527"/>
                <a:gd name="connsiteY0" fmla="*/ 0 h 43536"/>
                <a:gd name="connsiteX1" fmla="*/ 35360 w 209527"/>
                <a:gd name="connsiteY1" fmla="*/ 5486 h 43536"/>
                <a:gd name="connsiteX2" fmla="*/ 209527 w 209527"/>
                <a:gd name="connsiteY2" fmla="*/ 43536 h 43536"/>
                <a:gd name="connsiteX3" fmla="*/ 0 w 209527"/>
                <a:gd name="connsiteY3" fmla="*/ 0 h 4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27" h="43536">
                  <a:moveTo>
                    <a:pt x="0" y="0"/>
                  </a:moveTo>
                  <a:lnTo>
                    <a:pt x="35360" y="5486"/>
                  </a:lnTo>
                  <a:cubicBezTo>
                    <a:pt x="94048" y="16445"/>
                    <a:pt x="152122" y="29147"/>
                    <a:pt x="209527" y="435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CEC91AB6-7729-467A-BA44-E7342BCE0CE4}"/>
                </a:ext>
              </a:extLst>
            </p:cNvPr>
            <p:cNvSpPr/>
            <p:nvPr/>
          </p:nvSpPr>
          <p:spPr>
            <a:xfrm>
              <a:off x="5424442" y="2310613"/>
              <a:ext cx="209506" cy="43532"/>
            </a:xfrm>
            <a:custGeom>
              <a:avLst/>
              <a:gdLst>
                <a:gd name="connsiteX0" fmla="*/ 209506 w 209506"/>
                <a:gd name="connsiteY0" fmla="*/ 0 h 43532"/>
                <a:gd name="connsiteX1" fmla="*/ 0 w 209506"/>
                <a:gd name="connsiteY1" fmla="*/ 43532 h 43532"/>
                <a:gd name="connsiteX2" fmla="*/ 174146 w 209506"/>
                <a:gd name="connsiteY2" fmla="*/ 5486 h 43532"/>
                <a:gd name="connsiteX3" fmla="*/ 209506 w 209506"/>
                <a:gd name="connsiteY3" fmla="*/ 0 h 43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506" h="43532">
                  <a:moveTo>
                    <a:pt x="209506" y="0"/>
                  </a:moveTo>
                  <a:lnTo>
                    <a:pt x="0" y="43532"/>
                  </a:lnTo>
                  <a:lnTo>
                    <a:pt x="174146" y="5486"/>
                  </a:lnTo>
                  <a:lnTo>
                    <a:pt x="2095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5460E5F3-DE50-4576-9DCD-EF1786E1D743}"/>
                </a:ext>
              </a:extLst>
            </p:cNvPr>
            <p:cNvSpPr/>
            <p:nvPr/>
          </p:nvSpPr>
          <p:spPr>
            <a:xfrm>
              <a:off x="6859246" y="2354149"/>
              <a:ext cx="203505" cy="59830"/>
            </a:xfrm>
            <a:custGeom>
              <a:avLst/>
              <a:gdLst>
                <a:gd name="connsiteX0" fmla="*/ 0 w 203505"/>
                <a:gd name="connsiteY0" fmla="*/ 0 h 59830"/>
                <a:gd name="connsiteX1" fmla="*/ 170152 w 203505"/>
                <a:gd name="connsiteY1" fmla="*/ 48171 h 59830"/>
                <a:gd name="connsiteX2" fmla="*/ 203505 w 203505"/>
                <a:gd name="connsiteY2" fmla="*/ 59830 h 59830"/>
                <a:gd name="connsiteX3" fmla="*/ 0 w 203505"/>
                <a:gd name="connsiteY3" fmla="*/ 0 h 59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05" h="59830">
                  <a:moveTo>
                    <a:pt x="0" y="0"/>
                  </a:moveTo>
                  <a:cubicBezTo>
                    <a:pt x="57405" y="14389"/>
                    <a:pt x="114141" y="30464"/>
                    <a:pt x="170152" y="48171"/>
                  </a:cubicBezTo>
                  <a:lnTo>
                    <a:pt x="203505" y="59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手繪多邊形: 圖案 41">
              <a:extLst>
                <a:ext uri="{FF2B5EF4-FFF2-40B4-BE49-F238E27FC236}">
                  <a16:creationId xmlns:a16="http://schemas.microsoft.com/office/drawing/2014/main" id="{3088B611-3045-4303-A6B2-1C840987EF71}"/>
                </a:ext>
              </a:extLst>
            </p:cNvPr>
            <p:cNvSpPr/>
            <p:nvPr/>
          </p:nvSpPr>
          <p:spPr>
            <a:xfrm>
              <a:off x="5220923" y="2354158"/>
              <a:ext cx="203473" cy="59821"/>
            </a:xfrm>
            <a:custGeom>
              <a:avLst/>
              <a:gdLst>
                <a:gd name="connsiteX0" fmla="*/ 203473 w 203473"/>
                <a:gd name="connsiteY0" fmla="*/ 0 h 59821"/>
                <a:gd name="connsiteX1" fmla="*/ 0 w 203473"/>
                <a:gd name="connsiteY1" fmla="*/ 59821 h 59821"/>
                <a:gd name="connsiteX2" fmla="*/ 33348 w 203473"/>
                <a:gd name="connsiteY2" fmla="*/ 48163 h 59821"/>
                <a:gd name="connsiteX3" fmla="*/ 203473 w 203473"/>
                <a:gd name="connsiteY3" fmla="*/ 0 h 5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473" h="59821">
                  <a:moveTo>
                    <a:pt x="203473" y="0"/>
                  </a:moveTo>
                  <a:lnTo>
                    <a:pt x="0" y="59821"/>
                  </a:lnTo>
                  <a:lnTo>
                    <a:pt x="33348" y="48163"/>
                  </a:lnTo>
                  <a:lnTo>
                    <a:pt x="20347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手繪多邊形: 圖案 42">
              <a:extLst>
                <a:ext uri="{FF2B5EF4-FFF2-40B4-BE49-F238E27FC236}">
                  <a16:creationId xmlns:a16="http://schemas.microsoft.com/office/drawing/2014/main" id="{CADA6135-50B9-4F6C-993B-50B1480FC3A5}"/>
                </a:ext>
              </a:extLst>
            </p:cNvPr>
            <p:cNvSpPr/>
            <p:nvPr/>
          </p:nvSpPr>
          <p:spPr>
            <a:xfrm>
              <a:off x="5161904" y="2413979"/>
              <a:ext cx="59019" cy="20631"/>
            </a:xfrm>
            <a:custGeom>
              <a:avLst/>
              <a:gdLst>
                <a:gd name="connsiteX0" fmla="*/ 59019 w 59019"/>
                <a:gd name="connsiteY0" fmla="*/ 0 h 20631"/>
                <a:gd name="connsiteX1" fmla="*/ 0 w 59019"/>
                <a:gd name="connsiteY1" fmla="*/ 20631 h 20631"/>
                <a:gd name="connsiteX2" fmla="*/ 36599 w 59019"/>
                <a:gd name="connsiteY2" fmla="*/ 6591 h 20631"/>
                <a:gd name="connsiteX3" fmla="*/ 59019 w 59019"/>
                <a:gd name="connsiteY3" fmla="*/ 0 h 2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19" h="20631">
                  <a:moveTo>
                    <a:pt x="59019" y="0"/>
                  </a:moveTo>
                  <a:lnTo>
                    <a:pt x="0" y="20631"/>
                  </a:lnTo>
                  <a:lnTo>
                    <a:pt x="36599" y="6591"/>
                  </a:lnTo>
                  <a:lnTo>
                    <a:pt x="590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手繪多邊形: 圖案 43">
              <a:extLst>
                <a:ext uri="{FF2B5EF4-FFF2-40B4-BE49-F238E27FC236}">
                  <a16:creationId xmlns:a16="http://schemas.microsoft.com/office/drawing/2014/main" id="{52296490-BD8F-429D-9188-C9BA24C455DF}"/>
                </a:ext>
              </a:extLst>
            </p:cNvPr>
            <p:cNvSpPr/>
            <p:nvPr/>
          </p:nvSpPr>
          <p:spPr>
            <a:xfrm>
              <a:off x="7062751" y="2413979"/>
              <a:ext cx="59009" cy="20628"/>
            </a:xfrm>
            <a:custGeom>
              <a:avLst/>
              <a:gdLst>
                <a:gd name="connsiteX0" fmla="*/ 0 w 59009"/>
                <a:gd name="connsiteY0" fmla="*/ 0 h 20628"/>
                <a:gd name="connsiteX1" fmla="*/ 22414 w 59009"/>
                <a:gd name="connsiteY1" fmla="*/ 6590 h 20628"/>
                <a:gd name="connsiteX2" fmla="*/ 59009 w 59009"/>
                <a:gd name="connsiteY2" fmla="*/ 20628 h 20628"/>
                <a:gd name="connsiteX3" fmla="*/ 0 w 59009"/>
                <a:gd name="connsiteY3" fmla="*/ 0 h 2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009" h="20628">
                  <a:moveTo>
                    <a:pt x="0" y="0"/>
                  </a:moveTo>
                  <a:lnTo>
                    <a:pt x="22414" y="6590"/>
                  </a:lnTo>
                  <a:lnTo>
                    <a:pt x="59009" y="20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手繪多邊形: 圖案 44">
              <a:extLst>
                <a:ext uri="{FF2B5EF4-FFF2-40B4-BE49-F238E27FC236}">
                  <a16:creationId xmlns:a16="http://schemas.microsoft.com/office/drawing/2014/main" id="{C13B9564-AD01-45D2-B3E1-0F3E73FD3236}"/>
                </a:ext>
              </a:extLst>
            </p:cNvPr>
            <p:cNvSpPr/>
            <p:nvPr/>
          </p:nvSpPr>
          <p:spPr>
            <a:xfrm>
              <a:off x="7121759" y="2434607"/>
              <a:ext cx="145286" cy="55734"/>
            </a:xfrm>
            <a:custGeom>
              <a:avLst/>
              <a:gdLst>
                <a:gd name="connsiteX0" fmla="*/ 0 w 145286"/>
                <a:gd name="connsiteY0" fmla="*/ 0 h 55734"/>
                <a:gd name="connsiteX1" fmla="*/ 73440 w 145286"/>
                <a:gd name="connsiteY1" fmla="*/ 25673 h 55734"/>
                <a:gd name="connsiteX2" fmla="*/ 145286 w 145286"/>
                <a:gd name="connsiteY2" fmla="*/ 55734 h 55734"/>
                <a:gd name="connsiteX3" fmla="*/ 0 w 145286"/>
                <a:gd name="connsiteY3" fmla="*/ 0 h 5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6" h="55734">
                  <a:moveTo>
                    <a:pt x="0" y="0"/>
                  </a:moveTo>
                  <a:lnTo>
                    <a:pt x="73440" y="25673"/>
                  </a:lnTo>
                  <a:lnTo>
                    <a:pt x="145286" y="55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手繪多邊形: 圖案 45">
              <a:extLst>
                <a:ext uri="{FF2B5EF4-FFF2-40B4-BE49-F238E27FC236}">
                  <a16:creationId xmlns:a16="http://schemas.microsoft.com/office/drawing/2014/main" id="{6C1B355D-6C6F-4BC3-B3D3-57085435F728}"/>
                </a:ext>
              </a:extLst>
            </p:cNvPr>
            <p:cNvSpPr/>
            <p:nvPr/>
          </p:nvSpPr>
          <p:spPr>
            <a:xfrm>
              <a:off x="5016623" y="2434609"/>
              <a:ext cx="145281" cy="55732"/>
            </a:xfrm>
            <a:custGeom>
              <a:avLst/>
              <a:gdLst>
                <a:gd name="connsiteX0" fmla="*/ 145281 w 145281"/>
                <a:gd name="connsiteY0" fmla="*/ 0 h 55732"/>
                <a:gd name="connsiteX1" fmla="*/ 0 w 145281"/>
                <a:gd name="connsiteY1" fmla="*/ 55732 h 55732"/>
                <a:gd name="connsiteX2" fmla="*/ 71845 w 145281"/>
                <a:gd name="connsiteY2" fmla="*/ 25671 h 55732"/>
                <a:gd name="connsiteX3" fmla="*/ 145281 w 145281"/>
                <a:gd name="connsiteY3" fmla="*/ 0 h 5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81" h="55732">
                  <a:moveTo>
                    <a:pt x="145281" y="0"/>
                  </a:moveTo>
                  <a:lnTo>
                    <a:pt x="0" y="55732"/>
                  </a:lnTo>
                  <a:lnTo>
                    <a:pt x="71845" y="25671"/>
                  </a:lnTo>
                  <a:lnTo>
                    <a:pt x="14528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手繪多邊形: 圖案 46">
              <a:extLst>
                <a:ext uri="{FF2B5EF4-FFF2-40B4-BE49-F238E27FC236}">
                  <a16:creationId xmlns:a16="http://schemas.microsoft.com/office/drawing/2014/main" id="{4BF22F48-622D-47C8-B888-984195E9D9C6}"/>
                </a:ext>
              </a:extLst>
            </p:cNvPr>
            <p:cNvSpPr/>
            <p:nvPr/>
          </p:nvSpPr>
          <p:spPr>
            <a:xfrm>
              <a:off x="4959440" y="2490341"/>
              <a:ext cx="57183" cy="23926"/>
            </a:xfrm>
            <a:custGeom>
              <a:avLst/>
              <a:gdLst>
                <a:gd name="connsiteX0" fmla="*/ 57183 w 57183"/>
                <a:gd name="connsiteY0" fmla="*/ 0 h 23926"/>
                <a:gd name="connsiteX1" fmla="*/ 0 w 57183"/>
                <a:gd name="connsiteY1" fmla="*/ 23926 h 23926"/>
                <a:gd name="connsiteX2" fmla="*/ 21075 w 57183"/>
                <a:gd name="connsiteY2" fmla="*/ 13851 h 23926"/>
                <a:gd name="connsiteX3" fmla="*/ 57183 w 57183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3" h="23926">
                  <a:moveTo>
                    <a:pt x="57183" y="0"/>
                  </a:moveTo>
                  <a:lnTo>
                    <a:pt x="0" y="23926"/>
                  </a:lnTo>
                  <a:lnTo>
                    <a:pt x="21075" y="13851"/>
                  </a:lnTo>
                  <a:lnTo>
                    <a:pt x="5718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手繪多邊形: 圖案 47">
              <a:extLst>
                <a:ext uri="{FF2B5EF4-FFF2-40B4-BE49-F238E27FC236}">
                  <a16:creationId xmlns:a16="http://schemas.microsoft.com/office/drawing/2014/main" id="{4EEAF0A1-B715-47A9-80B5-142A16DFB0A1}"/>
                </a:ext>
              </a:extLst>
            </p:cNvPr>
            <p:cNvSpPr/>
            <p:nvPr/>
          </p:nvSpPr>
          <p:spPr>
            <a:xfrm>
              <a:off x="7267045" y="2490341"/>
              <a:ext cx="57182" cy="23926"/>
            </a:xfrm>
            <a:custGeom>
              <a:avLst/>
              <a:gdLst>
                <a:gd name="connsiteX0" fmla="*/ 0 w 57182"/>
                <a:gd name="connsiteY0" fmla="*/ 0 h 23926"/>
                <a:gd name="connsiteX1" fmla="*/ 36107 w 57182"/>
                <a:gd name="connsiteY1" fmla="*/ 13851 h 23926"/>
                <a:gd name="connsiteX2" fmla="*/ 57182 w 57182"/>
                <a:gd name="connsiteY2" fmla="*/ 23926 h 23926"/>
                <a:gd name="connsiteX3" fmla="*/ 0 w 57182"/>
                <a:gd name="connsiteY3" fmla="*/ 0 h 2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82" h="23926">
                  <a:moveTo>
                    <a:pt x="0" y="0"/>
                  </a:moveTo>
                  <a:lnTo>
                    <a:pt x="36107" y="13851"/>
                  </a:lnTo>
                  <a:lnTo>
                    <a:pt x="57182" y="23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E6C3014E-1A1B-4661-BB81-A19D018947DC}"/>
                </a:ext>
              </a:extLst>
            </p:cNvPr>
            <p:cNvSpPr/>
            <p:nvPr/>
          </p:nvSpPr>
          <p:spPr>
            <a:xfrm>
              <a:off x="4771249" y="2514267"/>
              <a:ext cx="188190" cy="89958"/>
            </a:xfrm>
            <a:custGeom>
              <a:avLst/>
              <a:gdLst>
                <a:gd name="connsiteX0" fmla="*/ 188190 w 188190"/>
                <a:gd name="connsiteY0" fmla="*/ 0 h 89958"/>
                <a:gd name="connsiteX1" fmla="*/ 0 w 188190"/>
                <a:gd name="connsiteY1" fmla="*/ 89958 h 89958"/>
                <a:gd name="connsiteX2" fmla="*/ 156100 w 188190"/>
                <a:gd name="connsiteY2" fmla="*/ 13426 h 89958"/>
                <a:gd name="connsiteX3" fmla="*/ 18819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188190" y="0"/>
                  </a:moveTo>
                  <a:lnTo>
                    <a:pt x="0" y="89958"/>
                  </a:lnTo>
                  <a:cubicBezTo>
                    <a:pt x="51160" y="62965"/>
                    <a:pt x="103212" y="37436"/>
                    <a:pt x="156100" y="13426"/>
                  </a:cubicBezTo>
                  <a:lnTo>
                    <a:pt x="18819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6430B7E6-75C3-45DD-91ED-413D0D0C8DE2}"/>
                </a:ext>
              </a:extLst>
            </p:cNvPr>
            <p:cNvSpPr/>
            <p:nvPr/>
          </p:nvSpPr>
          <p:spPr>
            <a:xfrm>
              <a:off x="7324227" y="2514267"/>
              <a:ext cx="188190" cy="89958"/>
            </a:xfrm>
            <a:custGeom>
              <a:avLst/>
              <a:gdLst>
                <a:gd name="connsiteX0" fmla="*/ 0 w 188190"/>
                <a:gd name="connsiteY0" fmla="*/ 0 h 89958"/>
                <a:gd name="connsiteX1" fmla="*/ 32090 w 188190"/>
                <a:gd name="connsiteY1" fmla="*/ 13426 h 89958"/>
                <a:gd name="connsiteX2" fmla="*/ 188190 w 188190"/>
                <a:gd name="connsiteY2" fmla="*/ 89958 h 89958"/>
                <a:gd name="connsiteX3" fmla="*/ 0 w 188190"/>
                <a:gd name="connsiteY3" fmla="*/ 0 h 89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190" h="89958">
                  <a:moveTo>
                    <a:pt x="0" y="0"/>
                  </a:moveTo>
                  <a:lnTo>
                    <a:pt x="32090" y="13426"/>
                  </a:lnTo>
                  <a:cubicBezTo>
                    <a:pt x="84979" y="37436"/>
                    <a:pt x="137031" y="62965"/>
                    <a:pt x="188190" y="899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928DF00-80AA-42E0-A668-BB4B84047780}"/>
                </a:ext>
              </a:extLst>
            </p:cNvPr>
            <p:cNvSpPr/>
            <p:nvPr/>
          </p:nvSpPr>
          <p:spPr>
            <a:xfrm>
              <a:off x="3294002" y="2604226"/>
              <a:ext cx="1622873" cy="2025897"/>
            </a:xfrm>
            <a:custGeom>
              <a:avLst/>
              <a:gdLst>
                <a:gd name="connsiteX0" fmla="*/ 1477248 w 1622873"/>
                <a:gd name="connsiteY0" fmla="*/ 0 h 2025897"/>
                <a:gd name="connsiteX1" fmla="*/ 1404746 w 1622873"/>
                <a:gd name="connsiteY1" fmla="*/ 41977 h 2025897"/>
                <a:gd name="connsiteX2" fmla="*/ 1622873 w 1622873"/>
                <a:gd name="connsiteY2" fmla="*/ 435585 h 2025897"/>
                <a:gd name="connsiteX3" fmla="*/ 1538774 w 1622873"/>
                <a:gd name="connsiteY3" fmla="*/ 484276 h 2025897"/>
                <a:gd name="connsiteX4" fmla="*/ 513176 w 1622873"/>
                <a:gd name="connsiteY4" fmla="*/ 1819626 h 2025897"/>
                <a:gd name="connsiteX5" fmla="*/ 460139 w 1622873"/>
                <a:gd name="connsiteY5" fmla="*/ 2025897 h 2025897"/>
                <a:gd name="connsiteX6" fmla="*/ 289135 w 1622873"/>
                <a:gd name="connsiteY6" fmla="*/ 1977337 h 2025897"/>
                <a:gd name="connsiteX7" fmla="*/ 0 w 1622873"/>
                <a:gd name="connsiteY7" fmla="*/ 1879505 h 2025897"/>
                <a:gd name="connsiteX8" fmla="*/ 38855 w 1622873"/>
                <a:gd name="connsiteY8" fmla="*/ 1728390 h 2025897"/>
                <a:gd name="connsiteX9" fmla="*/ 1477248 w 1622873"/>
                <a:gd name="connsiteY9" fmla="*/ 0 h 202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873" h="2025897">
                  <a:moveTo>
                    <a:pt x="1477248" y="0"/>
                  </a:moveTo>
                  <a:lnTo>
                    <a:pt x="1404746" y="41977"/>
                  </a:lnTo>
                  <a:lnTo>
                    <a:pt x="1622873" y="435585"/>
                  </a:lnTo>
                  <a:lnTo>
                    <a:pt x="1538774" y="484276"/>
                  </a:lnTo>
                  <a:cubicBezTo>
                    <a:pt x="1055075" y="790287"/>
                    <a:pt x="686617" y="1261996"/>
                    <a:pt x="513176" y="1819626"/>
                  </a:cubicBezTo>
                  <a:lnTo>
                    <a:pt x="460139" y="2025897"/>
                  </a:lnTo>
                  <a:lnTo>
                    <a:pt x="289135" y="1977337"/>
                  </a:lnTo>
                  <a:lnTo>
                    <a:pt x="0" y="1879505"/>
                  </a:lnTo>
                  <a:lnTo>
                    <a:pt x="38855" y="1728390"/>
                  </a:lnTo>
                  <a:cubicBezTo>
                    <a:pt x="271599" y="980095"/>
                    <a:pt x="795118" y="359909"/>
                    <a:pt x="1477248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47C8D43F-BAF4-43EE-80E7-B9B4BFF64A4F}"/>
                </a:ext>
              </a:extLst>
            </p:cNvPr>
            <p:cNvSpPr/>
            <p:nvPr/>
          </p:nvSpPr>
          <p:spPr>
            <a:xfrm>
              <a:off x="7512417" y="2604226"/>
              <a:ext cx="95720" cy="55419"/>
            </a:xfrm>
            <a:custGeom>
              <a:avLst/>
              <a:gdLst>
                <a:gd name="connsiteX0" fmla="*/ 0 w 95720"/>
                <a:gd name="connsiteY0" fmla="*/ 0 h 55419"/>
                <a:gd name="connsiteX1" fmla="*/ 95720 w 95720"/>
                <a:gd name="connsiteY1" fmla="*/ 55419 h 55419"/>
                <a:gd name="connsiteX2" fmla="*/ 95720 w 95720"/>
                <a:gd name="connsiteY2" fmla="*/ 55419 h 55419"/>
                <a:gd name="connsiteX3" fmla="*/ 0 w 95720"/>
                <a:gd name="connsiteY3" fmla="*/ 0 h 5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720" h="55419">
                  <a:moveTo>
                    <a:pt x="0" y="0"/>
                  </a:moveTo>
                  <a:lnTo>
                    <a:pt x="95720" y="55419"/>
                  </a:lnTo>
                  <a:lnTo>
                    <a:pt x="95720" y="55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D2B3764D-159B-4C44-A936-3639A9BE26E0}"/>
                </a:ext>
              </a:extLst>
            </p:cNvPr>
            <p:cNvSpPr/>
            <p:nvPr/>
          </p:nvSpPr>
          <p:spPr>
            <a:xfrm>
              <a:off x="7385725" y="2659644"/>
              <a:ext cx="1602529" cy="1970478"/>
            </a:xfrm>
            <a:custGeom>
              <a:avLst/>
              <a:gdLst>
                <a:gd name="connsiteX0" fmla="*/ 222413 w 1602529"/>
                <a:gd name="connsiteY0" fmla="*/ 0 h 1970478"/>
                <a:gd name="connsiteX1" fmla="*/ 326442 w 1602529"/>
                <a:gd name="connsiteY1" fmla="*/ 60230 h 1970478"/>
                <a:gd name="connsiteX2" fmla="*/ 1565086 w 1602529"/>
                <a:gd name="connsiteY2" fmla="*/ 1672971 h 1970478"/>
                <a:gd name="connsiteX3" fmla="*/ 1602529 w 1602529"/>
                <a:gd name="connsiteY3" fmla="*/ 1818593 h 1970478"/>
                <a:gd name="connsiteX4" fmla="*/ 1297162 w 1602529"/>
                <a:gd name="connsiteY4" fmla="*/ 1921918 h 1970478"/>
                <a:gd name="connsiteX5" fmla="*/ 1126158 w 1602529"/>
                <a:gd name="connsiteY5" fmla="*/ 1970478 h 1970478"/>
                <a:gd name="connsiteX6" fmla="*/ 1073121 w 1602529"/>
                <a:gd name="connsiteY6" fmla="*/ 1764207 h 1970478"/>
                <a:gd name="connsiteX7" fmla="*/ 47523 w 1602529"/>
                <a:gd name="connsiteY7" fmla="*/ 428857 h 1970478"/>
                <a:gd name="connsiteX8" fmla="*/ 0 w 1602529"/>
                <a:gd name="connsiteY8" fmla="*/ 401342 h 1970478"/>
                <a:gd name="connsiteX9" fmla="*/ 222413 w 1602529"/>
                <a:gd name="connsiteY9" fmla="*/ 0 h 197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2529" h="1970478">
                  <a:moveTo>
                    <a:pt x="222413" y="0"/>
                  </a:moveTo>
                  <a:lnTo>
                    <a:pt x="326442" y="60230"/>
                  </a:lnTo>
                  <a:cubicBezTo>
                    <a:pt x="910619" y="429809"/>
                    <a:pt x="1355616" y="999505"/>
                    <a:pt x="1565086" y="1672971"/>
                  </a:cubicBezTo>
                  <a:lnTo>
                    <a:pt x="1602529" y="1818593"/>
                  </a:lnTo>
                  <a:lnTo>
                    <a:pt x="1297162" y="1921918"/>
                  </a:lnTo>
                  <a:lnTo>
                    <a:pt x="1126158" y="1970478"/>
                  </a:lnTo>
                  <a:lnTo>
                    <a:pt x="1073121" y="1764207"/>
                  </a:lnTo>
                  <a:cubicBezTo>
                    <a:pt x="899681" y="1206577"/>
                    <a:pt x="531223" y="734868"/>
                    <a:pt x="47523" y="428857"/>
                  </a:cubicBezTo>
                  <a:lnTo>
                    <a:pt x="0" y="401342"/>
                  </a:lnTo>
                  <a:lnTo>
                    <a:pt x="222413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976B2B6-23AC-4633-979E-75C8977BFCBF}"/>
                </a:ext>
              </a:extLst>
            </p:cNvPr>
            <p:cNvSpPr/>
            <p:nvPr/>
          </p:nvSpPr>
          <p:spPr>
            <a:xfrm>
              <a:off x="4916874" y="2712720"/>
              <a:ext cx="2468850" cy="762054"/>
            </a:xfrm>
            <a:custGeom>
              <a:avLst/>
              <a:gdLst>
                <a:gd name="connsiteX0" fmla="*/ 1216137 w 2468850"/>
                <a:gd name="connsiteY0" fmla="*/ 0 h 762054"/>
                <a:gd name="connsiteX1" fmla="*/ 1398894 w 2468850"/>
                <a:gd name="connsiteY1" fmla="*/ 7502 h 762054"/>
                <a:gd name="connsiteX2" fmla="*/ 1452314 w 2468850"/>
                <a:gd name="connsiteY2" fmla="*/ 12455 h 762054"/>
                <a:gd name="connsiteX3" fmla="*/ 1584470 w 2468850"/>
                <a:gd name="connsiteY3" fmla="*/ 28815 h 762054"/>
                <a:gd name="connsiteX4" fmla="*/ 1636674 w 2468850"/>
                <a:gd name="connsiteY4" fmla="*/ 36915 h 762054"/>
                <a:gd name="connsiteX5" fmla="*/ 1810154 w 2468850"/>
                <a:gd name="connsiteY5" fmla="*/ 72960 h 762054"/>
                <a:gd name="connsiteX6" fmla="*/ 1978665 w 2468850"/>
                <a:gd name="connsiteY6" fmla="*/ 122503 h 762054"/>
                <a:gd name="connsiteX7" fmla="*/ 2027503 w 2468850"/>
                <a:gd name="connsiteY7" fmla="*/ 139575 h 762054"/>
                <a:gd name="connsiteX8" fmla="*/ 2147815 w 2468850"/>
                <a:gd name="connsiteY8" fmla="*/ 185728 h 762054"/>
                <a:gd name="connsiteX9" fmla="*/ 2195162 w 2468850"/>
                <a:gd name="connsiteY9" fmla="*/ 205538 h 762054"/>
                <a:gd name="connsiteX10" fmla="*/ 2350982 w 2468850"/>
                <a:gd name="connsiteY10" fmla="*/ 280023 h 762054"/>
                <a:gd name="connsiteX11" fmla="*/ 2468850 w 2468850"/>
                <a:gd name="connsiteY11" fmla="*/ 348266 h 762054"/>
                <a:gd name="connsiteX12" fmla="*/ 2239540 w 2468850"/>
                <a:gd name="connsiteY12" fmla="*/ 762054 h 762054"/>
                <a:gd name="connsiteX13" fmla="*/ 2160669 w 2468850"/>
                <a:gd name="connsiteY13" fmla="*/ 716390 h 762054"/>
                <a:gd name="connsiteX14" fmla="*/ 1216137 w 2468850"/>
                <a:gd name="connsiteY14" fmla="*/ 483326 h 762054"/>
                <a:gd name="connsiteX15" fmla="*/ 271605 w 2468850"/>
                <a:gd name="connsiteY15" fmla="*/ 716390 h 762054"/>
                <a:gd name="connsiteX16" fmla="*/ 229310 w 2468850"/>
                <a:gd name="connsiteY16" fmla="*/ 740878 h 762054"/>
                <a:gd name="connsiteX17" fmla="*/ 0 w 2468850"/>
                <a:gd name="connsiteY17" fmla="*/ 327090 h 762054"/>
                <a:gd name="connsiteX18" fmla="*/ 81293 w 2468850"/>
                <a:gd name="connsiteY18" fmla="*/ 280023 h 762054"/>
                <a:gd name="connsiteX19" fmla="*/ 237106 w 2468850"/>
                <a:gd name="connsiteY19" fmla="*/ 205541 h 762054"/>
                <a:gd name="connsiteX20" fmla="*/ 284469 w 2468850"/>
                <a:gd name="connsiteY20" fmla="*/ 185724 h 762054"/>
                <a:gd name="connsiteX21" fmla="*/ 404775 w 2468850"/>
                <a:gd name="connsiteY21" fmla="*/ 139574 h 762054"/>
                <a:gd name="connsiteX22" fmla="*/ 453606 w 2468850"/>
                <a:gd name="connsiteY22" fmla="*/ 122504 h 762054"/>
                <a:gd name="connsiteX23" fmla="*/ 622120 w 2468850"/>
                <a:gd name="connsiteY23" fmla="*/ 72960 h 762054"/>
                <a:gd name="connsiteX24" fmla="*/ 795600 w 2468850"/>
                <a:gd name="connsiteY24" fmla="*/ 36915 h 762054"/>
                <a:gd name="connsiteX25" fmla="*/ 847805 w 2468850"/>
                <a:gd name="connsiteY25" fmla="*/ 28815 h 762054"/>
                <a:gd name="connsiteX26" fmla="*/ 979961 w 2468850"/>
                <a:gd name="connsiteY26" fmla="*/ 12455 h 762054"/>
                <a:gd name="connsiteX27" fmla="*/ 1033380 w 2468850"/>
                <a:gd name="connsiteY27" fmla="*/ 7502 h 762054"/>
                <a:gd name="connsiteX28" fmla="*/ 1216137 w 2468850"/>
                <a:gd name="connsiteY28" fmla="*/ 0 h 76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468850" h="762054">
                  <a:moveTo>
                    <a:pt x="1216137" y="0"/>
                  </a:moveTo>
                  <a:lnTo>
                    <a:pt x="1398894" y="7502"/>
                  </a:lnTo>
                  <a:lnTo>
                    <a:pt x="1452314" y="12455"/>
                  </a:lnTo>
                  <a:lnTo>
                    <a:pt x="1584470" y="28815"/>
                  </a:lnTo>
                  <a:lnTo>
                    <a:pt x="1636674" y="36915"/>
                  </a:lnTo>
                  <a:lnTo>
                    <a:pt x="1810154" y="72960"/>
                  </a:lnTo>
                  <a:lnTo>
                    <a:pt x="1978665" y="122503"/>
                  </a:lnTo>
                  <a:lnTo>
                    <a:pt x="2027503" y="139575"/>
                  </a:lnTo>
                  <a:lnTo>
                    <a:pt x="2147815" y="185728"/>
                  </a:lnTo>
                  <a:lnTo>
                    <a:pt x="2195162" y="205538"/>
                  </a:lnTo>
                  <a:lnTo>
                    <a:pt x="2350982" y="280023"/>
                  </a:lnTo>
                  <a:lnTo>
                    <a:pt x="2468850" y="348266"/>
                  </a:lnTo>
                  <a:lnTo>
                    <a:pt x="2239540" y="762054"/>
                  </a:lnTo>
                  <a:lnTo>
                    <a:pt x="2160669" y="716390"/>
                  </a:lnTo>
                  <a:cubicBezTo>
                    <a:pt x="1878618" y="567572"/>
                    <a:pt x="1557216" y="483326"/>
                    <a:pt x="1216137" y="483326"/>
                  </a:cubicBezTo>
                  <a:cubicBezTo>
                    <a:pt x="875059" y="483326"/>
                    <a:pt x="553657" y="567572"/>
                    <a:pt x="271605" y="716390"/>
                  </a:cubicBezTo>
                  <a:lnTo>
                    <a:pt x="229310" y="740878"/>
                  </a:lnTo>
                  <a:lnTo>
                    <a:pt x="0" y="327090"/>
                  </a:lnTo>
                  <a:lnTo>
                    <a:pt x="81293" y="280023"/>
                  </a:lnTo>
                  <a:lnTo>
                    <a:pt x="237106" y="205541"/>
                  </a:lnTo>
                  <a:lnTo>
                    <a:pt x="284469" y="185724"/>
                  </a:lnTo>
                  <a:lnTo>
                    <a:pt x="404775" y="139574"/>
                  </a:lnTo>
                  <a:lnTo>
                    <a:pt x="453606" y="122504"/>
                  </a:lnTo>
                  <a:lnTo>
                    <a:pt x="622120" y="72960"/>
                  </a:lnTo>
                  <a:lnTo>
                    <a:pt x="795600" y="36915"/>
                  </a:lnTo>
                  <a:lnTo>
                    <a:pt x="847805" y="28815"/>
                  </a:lnTo>
                  <a:lnTo>
                    <a:pt x="979961" y="12455"/>
                  </a:lnTo>
                  <a:lnTo>
                    <a:pt x="1033380" y="7502"/>
                  </a:lnTo>
                  <a:lnTo>
                    <a:pt x="121613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692495BD-F802-4DCD-968C-66C55AA59AE4}"/>
                </a:ext>
              </a:extLst>
            </p:cNvPr>
            <p:cNvSpPr/>
            <p:nvPr/>
          </p:nvSpPr>
          <p:spPr>
            <a:xfrm>
              <a:off x="6133012" y="2712720"/>
              <a:ext cx="182757" cy="7502"/>
            </a:xfrm>
            <a:custGeom>
              <a:avLst/>
              <a:gdLst>
                <a:gd name="connsiteX0" fmla="*/ 0 w 182757"/>
                <a:gd name="connsiteY0" fmla="*/ 0 h 7502"/>
                <a:gd name="connsiteX1" fmla="*/ 152521 w 182757"/>
                <a:gd name="connsiteY1" fmla="*/ 4699 h 7502"/>
                <a:gd name="connsiteX2" fmla="*/ 182757 w 182757"/>
                <a:gd name="connsiteY2" fmla="*/ 7502 h 7502"/>
                <a:gd name="connsiteX3" fmla="*/ 0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0" y="0"/>
                  </a:moveTo>
                  <a:cubicBezTo>
                    <a:pt x="51225" y="0"/>
                    <a:pt x="102081" y="1582"/>
                    <a:pt x="152521" y="4699"/>
                  </a:cubicBezTo>
                  <a:lnTo>
                    <a:pt x="182757" y="7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84CA0B36-9D82-41A0-9A1C-6B951B24F8CB}"/>
                </a:ext>
              </a:extLst>
            </p:cNvPr>
            <p:cNvSpPr/>
            <p:nvPr/>
          </p:nvSpPr>
          <p:spPr>
            <a:xfrm>
              <a:off x="5950255" y="2712720"/>
              <a:ext cx="182757" cy="7502"/>
            </a:xfrm>
            <a:custGeom>
              <a:avLst/>
              <a:gdLst>
                <a:gd name="connsiteX0" fmla="*/ 182757 w 182757"/>
                <a:gd name="connsiteY0" fmla="*/ 0 h 7502"/>
                <a:gd name="connsiteX1" fmla="*/ 0 w 182757"/>
                <a:gd name="connsiteY1" fmla="*/ 7502 h 7502"/>
                <a:gd name="connsiteX2" fmla="*/ 30236 w 182757"/>
                <a:gd name="connsiteY2" fmla="*/ 4699 h 7502"/>
                <a:gd name="connsiteX3" fmla="*/ 182757 w 182757"/>
                <a:gd name="connsiteY3" fmla="*/ 0 h 7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757" h="7502">
                  <a:moveTo>
                    <a:pt x="182757" y="0"/>
                  </a:moveTo>
                  <a:lnTo>
                    <a:pt x="0" y="7502"/>
                  </a:lnTo>
                  <a:lnTo>
                    <a:pt x="30236" y="4699"/>
                  </a:lnTo>
                  <a:cubicBezTo>
                    <a:pt x="80676" y="1582"/>
                    <a:pt x="131532" y="0"/>
                    <a:pt x="182757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152263CC-794A-412C-BCE4-21C7A98571C0}"/>
                </a:ext>
              </a:extLst>
            </p:cNvPr>
            <p:cNvSpPr/>
            <p:nvPr/>
          </p:nvSpPr>
          <p:spPr>
            <a:xfrm>
              <a:off x="5896836" y="2720223"/>
              <a:ext cx="53419" cy="4953"/>
            </a:xfrm>
            <a:custGeom>
              <a:avLst/>
              <a:gdLst>
                <a:gd name="connsiteX0" fmla="*/ 53419 w 53419"/>
                <a:gd name="connsiteY0" fmla="*/ 0 h 4953"/>
                <a:gd name="connsiteX1" fmla="*/ 0 w 53419"/>
                <a:gd name="connsiteY1" fmla="*/ 4953 h 4953"/>
                <a:gd name="connsiteX2" fmla="*/ 33355 w 53419"/>
                <a:gd name="connsiteY2" fmla="*/ 824 h 4953"/>
                <a:gd name="connsiteX3" fmla="*/ 53419 w 53419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19" h="4953">
                  <a:moveTo>
                    <a:pt x="53419" y="0"/>
                  </a:moveTo>
                  <a:lnTo>
                    <a:pt x="0" y="4953"/>
                  </a:lnTo>
                  <a:lnTo>
                    <a:pt x="33355" y="824"/>
                  </a:lnTo>
                  <a:lnTo>
                    <a:pt x="53419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4686C52A-8AE0-4F11-BCFB-24B6AD7349D5}"/>
                </a:ext>
              </a:extLst>
            </p:cNvPr>
            <p:cNvSpPr/>
            <p:nvPr/>
          </p:nvSpPr>
          <p:spPr>
            <a:xfrm>
              <a:off x="6315768" y="2720223"/>
              <a:ext cx="53420" cy="4953"/>
            </a:xfrm>
            <a:custGeom>
              <a:avLst/>
              <a:gdLst>
                <a:gd name="connsiteX0" fmla="*/ 0 w 53420"/>
                <a:gd name="connsiteY0" fmla="*/ 0 h 4953"/>
                <a:gd name="connsiteX1" fmla="*/ 20064 w 53420"/>
                <a:gd name="connsiteY1" fmla="*/ 824 h 4953"/>
                <a:gd name="connsiteX2" fmla="*/ 53420 w 53420"/>
                <a:gd name="connsiteY2" fmla="*/ 4953 h 4953"/>
                <a:gd name="connsiteX3" fmla="*/ 0 w 53420"/>
                <a:gd name="connsiteY3" fmla="*/ 0 h 4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20" h="4953">
                  <a:moveTo>
                    <a:pt x="0" y="0"/>
                  </a:moveTo>
                  <a:lnTo>
                    <a:pt x="20064" y="824"/>
                  </a:lnTo>
                  <a:lnTo>
                    <a:pt x="53420" y="4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0FBDDB49-D555-4F5C-9353-303DD37C1DD8}"/>
                </a:ext>
              </a:extLst>
            </p:cNvPr>
            <p:cNvSpPr/>
            <p:nvPr/>
          </p:nvSpPr>
          <p:spPr>
            <a:xfrm>
              <a:off x="5764679" y="2725175"/>
              <a:ext cx="132156" cy="16360"/>
            </a:xfrm>
            <a:custGeom>
              <a:avLst/>
              <a:gdLst>
                <a:gd name="connsiteX0" fmla="*/ 132156 w 132156"/>
                <a:gd name="connsiteY0" fmla="*/ 0 h 16360"/>
                <a:gd name="connsiteX1" fmla="*/ 0 w 132156"/>
                <a:gd name="connsiteY1" fmla="*/ 16360 h 16360"/>
                <a:gd name="connsiteX2" fmla="*/ 65783 w 132156"/>
                <a:gd name="connsiteY2" fmla="*/ 6154 h 16360"/>
                <a:gd name="connsiteX3" fmla="*/ 132156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132156" y="0"/>
                  </a:moveTo>
                  <a:lnTo>
                    <a:pt x="0" y="16360"/>
                  </a:lnTo>
                  <a:lnTo>
                    <a:pt x="65783" y="6154"/>
                  </a:lnTo>
                  <a:lnTo>
                    <a:pt x="13215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手繪多邊形: 圖案 59">
              <a:extLst>
                <a:ext uri="{FF2B5EF4-FFF2-40B4-BE49-F238E27FC236}">
                  <a16:creationId xmlns:a16="http://schemas.microsoft.com/office/drawing/2014/main" id="{D831FDFB-8FA0-448B-9985-D08091B8231A}"/>
                </a:ext>
              </a:extLst>
            </p:cNvPr>
            <p:cNvSpPr/>
            <p:nvPr/>
          </p:nvSpPr>
          <p:spPr>
            <a:xfrm>
              <a:off x="6369188" y="2725175"/>
              <a:ext cx="132156" cy="16360"/>
            </a:xfrm>
            <a:custGeom>
              <a:avLst/>
              <a:gdLst>
                <a:gd name="connsiteX0" fmla="*/ 0 w 132156"/>
                <a:gd name="connsiteY0" fmla="*/ 0 h 16360"/>
                <a:gd name="connsiteX1" fmla="*/ 66372 w 132156"/>
                <a:gd name="connsiteY1" fmla="*/ 6154 h 16360"/>
                <a:gd name="connsiteX2" fmla="*/ 132156 w 132156"/>
                <a:gd name="connsiteY2" fmla="*/ 16360 h 16360"/>
                <a:gd name="connsiteX3" fmla="*/ 0 w 132156"/>
                <a:gd name="connsiteY3" fmla="*/ 0 h 1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156" h="16360">
                  <a:moveTo>
                    <a:pt x="0" y="0"/>
                  </a:moveTo>
                  <a:lnTo>
                    <a:pt x="66372" y="6154"/>
                  </a:lnTo>
                  <a:lnTo>
                    <a:pt x="132156" y="16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手繪多邊形: 圖案 60">
              <a:extLst>
                <a:ext uri="{FF2B5EF4-FFF2-40B4-BE49-F238E27FC236}">
                  <a16:creationId xmlns:a16="http://schemas.microsoft.com/office/drawing/2014/main" id="{21338E38-FF9F-4DDE-A91F-9AFC3BA7D5EA}"/>
                </a:ext>
              </a:extLst>
            </p:cNvPr>
            <p:cNvSpPr/>
            <p:nvPr/>
          </p:nvSpPr>
          <p:spPr>
            <a:xfrm>
              <a:off x="5712475" y="2741535"/>
              <a:ext cx="52205" cy="8100"/>
            </a:xfrm>
            <a:custGeom>
              <a:avLst/>
              <a:gdLst>
                <a:gd name="connsiteX0" fmla="*/ 52205 w 52205"/>
                <a:gd name="connsiteY0" fmla="*/ 0 h 8100"/>
                <a:gd name="connsiteX1" fmla="*/ 0 w 52205"/>
                <a:gd name="connsiteY1" fmla="*/ 8100 h 8100"/>
                <a:gd name="connsiteX2" fmla="*/ 19491 w 52205"/>
                <a:gd name="connsiteY2" fmla="*/ 4050 h 8100"/>
                <a:gd name="connsiteX3" fmla="*/ 52205 w 52205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5" h="8100">
                  <a:moveTo>
                    <a:pt x="52205" y="0"/>
                  </a:moveTo>
                  <a:lnTo>
                    <a:pt x="0" y="8100"/>
                  </a:lnTo>
                  <a:lnTo>
                    <a:pt x="19491" y="4050"/>
                  </a:lnTo>
                  <a:lnTo>
                    <a:pt x="52205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手繪多邊形: 圖案 61">
              <a:extLst>
                <a:ext uri="{FF2B5EF4-FFF2-40B4-BE49-F238E27FC236}">
                  <a16:creationId xmlns:a16="http://schemas.microsoft.com/office/drawing/2014/main" id="{02969A01-AC8F-401D-B66A-9F0400264CB8}"/>
                </a:ext>
              </a:extLst>
            </p:cNvPr>
            <p:cNvSpPr/>
            <p:nvPr/>
          </p:nvSpPr>
          <p:spPr>
            <a:xfrm>
              <a:off x="6501344" y="2741535"/>
              <a:ext cx="52204" cy="8100"/>
            </a:xfrm>
            <a:custGeom>
              <a:avLst/>
              <a:gdLst>
                <a:gd name="connsiteX0" fmla="*/ 0 w 52204"/>
                <a:gd name="connsiteY0" fmla="*/ 0 h 8100"/>
                <a:gd name="connsiteX1" fmla="*/ 32713 w 52204"/>
                <a:gd name="connsiteY1" fmla="*/ 4050 h 8100"/>
                <a:gd name="connsiteX2" fmla="*/ 52204 w 52204"/>
                <a:gd name="connsiteY2" fmla="*/ 8100 h 8100"/>
                <a:gd name="connsiteX3" fmla="*/ 0 w 52204"/>
                <a:gd name="connsiteY3" fmla="*/ 0 h 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04" h="8100">
                  <a:moveTo>
                    <a:pt x="0" y="0"/>
                  </a:moveTo>
                  <a:lnTo>
                    <a:pt x="32713" y="4050"/>
                  </a:lnTo>
                  <a:lnTo>
                    <a:pt x="52204" y="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手繪多邊形: 圖案 62">
              <a:extLst>
                <a:ext uri="{FF2B5EF4-FFF2-40B4-BE49-F238E27FC236}">
                  <a16:creationId xmlns:a16="http://schemas.microsoft.com/office/drawing/2014/main" id="{0D912933-43FB-480B-BEC9-39EA6AEDF354}"/>
                </a:ext>
              </a:extLst>
            </p:cNvPr>
            <p:cNvSpPr/>
            <p:nvPr/>
          </p:nvSpPr>
          <p:spPr>
            <a:xfrm>
              <a:off x="5538994" y="2749636"/>
              <a:ext cx="173480" cy="36045"/>
            </a:xfrm>
            <a:custGeom>
              <a:avLst/>
              <a:gdLst>
                <a:gd name="connsiteX0" fmla="*/ 173480 w 173480"/>
                <a:gd name="connsiteY0" fmla="*/ 0 h 36045"/>
                <a:gd name="connsiteX1" fmla="*/ 0 w 173480"/>
                <a:gd name="connsiteY1" fmla="*/ 36045 h 36045"/>
                <a:gd name="connsiteX2" fmla="*/ 144210 w 173480"/>
                <a:gd name="connsiteY2" fmla="*/ 4541 h 36045"/>
                <a:gd name="connsiteX3" fmla="*/ 173480 w 173480"/>
                <a:gd name="connsiteY3" fmla="*/ 0 h 3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80" h="36045">
                  <a:moveTo>
                    <a:pt x="173480" y="0"/>
                  </a:moveTo>
                  <a:lnTo>
                    <a:pt x="0" y="36045"/>
                  </a:lnTo>
                  <a:cubicBezTo>
                    <a:pt x="47532" y="24132"/>
                    <a:pt x="95617" y="13615"/>
                    <a:pt x="144210" y="4541"/>
                  </a:cubicBezTo>
                  <a:lnTo>
                    <a:pt x="17348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手繪多邊形: 圖案 63">
              <a:extLst>
                <a:ext uri="{FF2B5EF4-FFF2-40B4-BE49-F238E27FC236}">
                  <a16:creationId xmlns:a16="http://schemas.microsoft.com/office/drawing/2014/main" id="{FD953389-F28F-4825-A991-0F1EF5F9B3FB}"/>
                </a:ext>
              </a:extLst>
            </p:cNvPr>
            <p:cNvSpPr/>
            <p:nvPr/>
          </p:nvSpPr>
          <p:spPr>
            <a:xfrm>
              <a:off x="6553549" y="2749635"/>
              <a:ext cx="341991" cy="85588"/>
            </a:xfrm>
            <a:custGeom>
              <a:avLst/>
              <a:gdLst>
                <a:gd name="connsiteX0" fmla="*/ 0 w 341991"/>
                <a:gd name="connsiteY0" fmla="*/ 0 h 85588"/>
                <a:gd name="connsiteX1" fmla="*/ 29270 w 341991"/>
                <a:gd name="connsiteY1" fmla="*/ 4541 h 85588"/>
                <a:gd name="connsiteX2" fmla="*/ 314366 w 341991"/>
                <a:gd name="connsiteY2" fmla="*/ 75931 h 85588"/>
                <a:gd name="connsiteX3" fmla="*/ 341991 w 341991"/>
                <a:gd name="connsiteY3" fmla="*/ 85588 h 85588"/>
                <a:gd name="connsiteX4" fmla="*/ 173480 w 341991"/>
                <a:gd name="connsiteY4" fmla="*/ 36045 h 85588"/>
                <a:gd name="connsiteX5" fmla="*/ 0 w 341991"/>
                <a:gd name="connsiteY5" fmla="*/ 0 h 8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991" h="85588">
                  <a:moveTo>
                    <a:pt x="0" y="0"/>
                  </a:moveTo>
                  <a:lnTo>
                    <a:pt x="29270" y="4541"/>
                  </a:lnTo>
                  <a:cubicBezTo>
                    <a:pt x="126457" y="22689"/>
                    <a:pt x="221612" y="46609"/>
                    <a:pt x="314366" y="75931"/>
                  </a:cubicBezTo>
                  <a:lnTo>
                    <a:pt x="341991" y="85588"/>
                  </a:lnTo>
                  <a:lnTo>
                    <a:pt x="173480" y="36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7221D367-3FD2-4289-B86B-B7E65AEC16AB}"/>
                </a:ext>
              </a:extLst>
            </p:cNvPr>
            <p:cNvSpPr/>
            <p:nvPr/>
          </p:nvSpPr>
          <p:spPr>
            <a:xfrm>
              <a:off x="5370480" y="2785680"/>
              <a:ext cx="168514" cy="49544"/>
            </a:xfrm>
            <a:custGeom>
              <a:avLst/>
              <a:gdLst>
                <a:gd name="connsiteX0" fmla="*/ 168514 w 168514"/>
                <a:gd name="connsiteY0" fmla="*/ 0 h 49544"/>
                <a:gd name="connsiteX1" fmla="*/ 0 w 168514"/>
                <a:gd name="connsiteY1" fmla="*/ 49544 h 49544"/>
                <a:gd name="connsiteX2" fmla="*/ 27628 w 168514"/>
                <a:gd name="connsiteY2" fmla="*/ 39886 h 49544"/>
                <a:gd name="connsiteX3" fmla="*/ 168514 w 168514"/>
                <a:gd name="connsiteY3" fmla="*/ 0 h 4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514" h="49544">
                  <a:moveTo>
                    <a:pt x="168514" y="0"/>
                  </a:moveTo>
                  <a:lnTo>
                    <a:pt x="0" y="49544"/>
                  </a:lnTo>
                  <a:lnTo>
                    <a:pt x="27628" y="39886"/>
                  </a:lnTo>
                  <a:cubicBezTo>
                    <a:pt x="74006" y="25225"/>
                    <a:pt x="120983" y="11914"/>
                    <a:pt x="16851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17F40FE1-D7CA-4BAC-A682-FA81B04A11F2}"/>
                </a:ext>
              </a:extLst>
            </p:cNvPr>
            <p:cNvSpPr/>
            <p:nvPr/>
          </p:nvSpPr>
          <p:spPr>
            <a:xfrm>
              <a:off x="6895539" y="2835223"/>
              <a:ext cx="48838" cy="17072"/>
            </a:xfrm>
            <a:custGeom>
              <a:avLst/>
              <a:gdLst>
                <a:gd name="connsiteX0" fmla="*/ 0 w 48838"/>
                <a:gd name="connsiteY0" fmla="*/ 0 h 17072"/>
                <a:gd name="connsiteX1" fmla="*/ 18551 w 48838"/>
                <a:gd name="connsiteY1" fmla="*/ 5454 h 17072"/>
                <a:gd name="connsiteX2" fmla="*/ 48838 w 48838"/>
                <a:gd name="connsiteY2" fmla="*/ 17072 h 17072"/>
                <a:gd name="connsiteX3" fmla="*/ 0 w 48838"/>
                <a:gd name="connsiteY3" fmla="*/ 0 h 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8" h="17072">
                  <a:moveTo>
                    <a:pt x="0" y="0"/>
                  </a:moveTo>
                  <a:lnTo>
                    <a:pt x="18551" y="5454"/>
                  </a:lnTo>
                  <a:lnTo>
                    <a:pt x="48838" y="17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E0E982C0-1F6A-4666-A593-658204A42E5F}"/>
                </a:ext>
              </a:extLst>
            </p:cNvPr>
            <p:cNvSpPr/>
            <p:nvPr/>
          </p:nvSpPr>
          <p:spPr>
            <a:xfrm>
              <a:off x="5321650" y="2835224"/>
              <a:ext cx="48831" cy="17070"/>
            </a:xfrm>
            <a:custGeom>
              <a:avLst/>
              <a:gdLst>
                <a:gd name="connsiteX0" fmla="*/ 48831 w 48831"/>
                <a:gd name="connsiteY0" fmla="*/ 0 h 17070"/>
                <a:gd name="connsiteX1" fmla="*/ 0 w 48831"/>
                <a:gd name="connsiteY1" fmla="*/ 17070 h 17070"/>
                <a:gd name="connsiteX2" fmla="*/ 30284 w 48831"/>
                <a:gd name="connsiteY2" fmla="*/ 5453 h 17070"/>
                <a:gd name="connsiteX3" fmla="*/ 48831 w 48831"/>
                <a:gd name="connsiteY3" fmla="*/ 0 h 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31" h="17070">
                  <a:moveTo>
                    <a:pt x="48831" y="0"/>
                  </a:moveTo>
                  <a:lnTo>
                    <a:pt x="0" y="17070"/>
                  </a:lnTo>
                  <a:lnTo>
                    <a:pt x="30284" y="5453"/>
                  </a:lnTo>
                  <a:lnTo>
                    <a:pt x="48831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FA17F0CB-46A7-4770-8F40-E8AA89572634}"/>
                </a:ext>
              </a:extLst>
            </p:cNvPr>
            <p:cNvSpPr/>
            <p:nvPr/>
          </p:nvSpPr>
          <p:spPr>
            <a:xfrm>
              <a:off x="5201343" y="2852294"/>
              <a:ext cx="120306" cy="46150"/>
            </a:xfrm>
            <a:custGeom>
              <a:avLst/>
              <a:gdLst>
                <a:gd name="connsiteX0" fmla="*/ 120306 w 120306"/>
                <a:gd name="connsiteY0" fmla="*/ 0 h 46150"/>
                <a:gd name="connsiteX1" fmla="*/ 0 w 120306"/>
                <a:gd name="connsiteY1" fmla="*/ 46150 h 46150"/>
                <a:gd name="connsiteX2" fmla="*/ 59481 w 120306"/>
                <a:gd name="connsiteY2" fmla="*/ 21263 h 46150"/>
                <a:gd name="connsiteX3" fmla="*/ 120306 w 120306"/>
                <a:gd name="connsiteY3" fmla="*/ 0 h 46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06" h="46150">
                  <a:moveTo>
                    <a:pt x="120306" y="0"/>
                  </a:moveTo>
                  <a:lnTo>
                    <a:pt x="0" y="46150"/>
                  </a:lnTo>
                  <a:lnTo>
                    <a:pt x="59481" y="21263"/>
                  </a:lnTo>
                  <a:lnTo>
                    <a:pt x="120306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190BFB2D-9884-46C3-A579-52E6B8802AA1}"/>
                </a:ext>
              </a:extLst>
            </p:cNvPr>
            <p:cNvSpPr/>
            <p:nvPr/>
          </p:nvSpPr>
          <p:spPr>
            <a:xfrm>
              <a:off x="6944377" y="2852296"/>
              <a:ext cx="120312" cy="46153"/>
            </a:xfrm>
            <a:custGeom>
              <a:avLst/>
              <a:gdLst>
                <a:gd name="connsiteX0" fmla="*/ 0 w 120312"/>
                <a:gd name="connsiteY0" fmla="*/ 0 h 46153"/>
                <a:gd name="connsiteX1" fmla="*/ 60822 w 120312"/>
                <a:gd name="connsiteY1" fmla="*/ 21262 h 46153"/>
                <a:gd name="connsiteX2" fmla="*/ 120312 w 120312"/>
                <a:gd name="connsiteY2" fmla="*/ 46153 h 46153"/>
                <a:gd name="connsiteX3" fmla="*/ 0 w 120312"/>
                <a:gd name="connsiteY3" fmla="*/ 0 h 4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312" h="46153">
                  <a:moveTo>
                    <a:pt x="0" y="0"/>
                  </a:moveTo>
                  <a:lnTo>
                    <a:pt x="60822" y="21262"/>
                  </a:lnTo>
                  <a:lnTo>
                    <a:pt x="120312" y="46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BF465DE-B1E9-4069-B854-BA8DB73A58DC}"/>
                </a:ext>
              </a:extLst>
            </p:cNvPr>
            <p:cNvSpPr/>
            <p:nvPr/>
          </p:nvSpPr>
          <p:spPr>
            <a:xfrm>
              <a:off x="5153981" y="2898445"/>
              <a:ext cx="47363" cy="19817"/>
            </a:xfrm>
            <a:custGeom>
              <a:avLst/>
              <a:gdLst>
                <a:gd name="connsiteX0" fmla="*/ 47363 w 47363"/>
                <a:gd name="connsiteY0" fmla="*/ 0 h 19817"/>
                <a:gd name="connsiteX1" fmla="*/ 0 w 47363"/>
                <a:gd name="connsiteY1" fmla="*/ 19817 h 19817"/>
                <a:gd name="connsiteX2" fmla="*/ 17458 w 47363"/>
                <a:gd name="connsiteY2" fmla="*/ 11472 h 19817"/>
                <a:gd name="connsiteX3" fmla="*/ 47363 w 47363"/>
                <a:gd name="connsiteY3" fmla="*/ 0 h 1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63" h="19817">
                  <a:moveTo>
                    <a:pt x="47363" y="0"/>
                  </a:moveTo>
                  <a:lnTo>
                    <a:pt x="0" y="19817"/>
                  </a:lnTo>
                  <a:lnTo>
                    <a:pt x="17458" y="11472"/>
                  </a:lnTo>
                  <a:lnTo>
                    <a:pt x="4736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C5CDE5B3-08AA-4BEC-A843-028C2E318DB1}"/>
                </a:ext>
              </a:extLst>
            </p:cNvPr>
            <p:cNvSpPr/>
            <p:nvPr/>
          </p:nvSpPr>
          <p:spPr>
            <a:xfrm>
              <a:off x="7064690" y="2898448"/>
              <a:ext cx="47347" cy="19810"/>
            </a:xfrm>
            <a:custGeom>
              <a:avLst/>
              <a:gdLst>
                <a:gd name="connsiteX0" fmla="*/ 0 w 47347"/>
                <a:gd name="connsiteY0" fmla="*/ 0 h 19810"/>
                <a:gd name="connsiteX1" fmla="*/ 29895 w 47347"/>
                <a:gd name="connsiteY1" fmla="*/ 11468 h 19810"/>
                <a:gd name="connsiteX2" fmla="*/ 47347 w 47347"/>
                <a:gd name="connsiteY2" fmla="*/ 19810 h 19810"/>
                <a:gd name="connsiteX3" fmla="*/ 0 w 47347"/>
                <a:gd name="connsiteY3" fmla="*/ 0 h 1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47" h="19810">
                  <a:moveTo>
                    <a:pt x="0" y="0"/>
                  </a:moveTo>
                  <a:lnTo>
                    <a:pt x="29895" y="11468"/>
                  </a:lnTo>
                  <a:lnTo>
                    <a:pt x="47347" y="198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A0F42136-FD94-44A0-8DF0-89DAAC1C6FA2}"/>
                </a:ext>
              </a:extLst>
            </p:cNvPr>
            <p:cNvSpPr/>
            <p:nvPr/>
          </p:nvSpPr>
          <p:spPr>
            <a:xfrm>
              <a:off x="7112036" y="2918259"/>
              <a:ext cx="155820" cy="74485"/>
            </a:xfrm>
            <a:custGeom>
              <a:avLst/>
              <a:gdLst>
                <a:gd name="connsiteX0" fmla="*/ 0 w 155820"/>
                <a:gd name="connsiteY0" fmla="*/ 0 h 74485"/>
                <a:gd name="connsiteX1" fmla="*/ 26569 w 155820"/>
                <a:gd name="connsiteY1" fmla="*/ 11117 h 74485"/>
                <a:gd name="connsiteX2" fmla="*/ 155820 w 155820"/>
                <a:gd name="connsiteY2" fmla="*/ 74485 h 74485"/>
                <a:gd name="connsiteX3" fmla="*/ 0 w 155820"/>
                <a:gd name="connsiteY3" fmla="*/ 0 h 74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20" h="74485">
                  <a:moveTo>
                    <a:pt x="0" y="0"/>
                  </a:moveTo>
                  <a:lnTo>
                    <a:pt x="26569" y="11117"/>
                  </a:lnTo>
                  <a:cubicBezTo>
                    <a:pt x="70361" y="30997"/>
                    <a:pt x="113460" y="52135"/>
                    <a:pt x="155820" y="744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22BC5AA7-5816-4F1E-A676-27150447E511}"/>
                </a:ext>
              </a:extLst>
            </p:cNvPr>
            <p:cNvSpPr/>
            <p:nvPr/>
          </p:nvSpPr>
          <p:spPr>
            <a:xfrm>
              <a:off x="4998168" y="2918261"/>
              <a:ext cx="155813" cy="74482"/>
            </a:xfrm>
            <a:custGeom>
              <a:avLst/>
              <a:gdLst>
                <a:gd name="connsiteX0" fmla="*/ 155813 w 155813"/>
                <a:gd name="connsiteY0" fmla="*/ 0 h 74482"/>
                <a:gd name="connsiteX1" fmla="*/ 0 w 155813"/>
                <a:gd name="connsiteY1" fmla="*/ 74482 h 74482"/>
                <a:gd name="connsiteX2" fmla="*/ 129251 w 155813"/>
                <a:gd name="connsiteY2" fmla="*/ 11114 h 74482"/>
                <a:gd name="connsiteX3" fmla="*/ 155813 w 155813"/>
                <a:gd name="connsiteY3" fmla="*/ 0 h 74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813" h="74482">
                  <a:moveTo>
                    <a:pt x="155813" y="0"/>
                  </a:moveTo>
                  <a:lnTo>
                    <a:pt x="0" y="74482"/>
                  </a:lnTo>
                  <a:cubicBezTo>
                    <a:pt x="42360" y="52132"/>
                    <a:pt x="85459" y="30994"/>
                    <a:pt x="129251" y="11114"/>
                  </a:cubicBezTo>
                  <a:lnTo>
                    <a:pt x="155813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手繪多邊形: 圖案 73">
              <a:extLst>
                <a:ext uri="{FF2B5EF4-FFF2-40B4-BE49-F238E27FC236}">
                  <a16:creationId xmlns:a16="http://schemas.microsoft.com/office/drawing/2014/main" id="{C12A8416-632F-4DAB-A3C9-CF1B73262A8D}"/>
                </a:ext>
              </a:extLst>
            </p:cNvPr>
            <p:cNvSpPr/>
            <p:nvPr/>
          </p:nvSpPr>
          <p:spPr>
            <a:xfrm>
              <a:off x="3754140" y="2992744"/>
              <a:ext cx="1392044" cy="1745197"/>
            </a:xfrm>
            <a:custGeom>
              <a:avLst/>
              <a:gdLst>
                <a:gd name="connsiteX0" fmla="*/ 1244027 w 1392044"/>
                <a:gd name="connsiteY0" fmla="*/ 0 h 1745197"/>
                <a:gd name="connsiteX1" fmla="*/ 1162734 w 1392044"/>
                <a:gd name="connsiteY1" fmla="*/ 47067 h 1745197"/>
                <a:gd name="connsiteX2" fmla="*/ 1392044 w 1392044"/>
                <a:gd name="connsiteY2" fmla="*/ 460855 h 1745197"/>
                <a:gd name="connsiteX3" fmla="*/ 1296684 w 1392044"/>
                <a:gd name="connsiteY3" fmla="*/ 516066 h 1745197"/>
                <a:gd name="connsiteX4" fmla="*/ 443077 w 1392044"/>
                <a:gd name="connsiteY4" fmla="*/ 1627479 h 1745197"/>
                <a:gd name="connsiteX5" fmla="*/ 412809 w 1392044"/>
                <a:gd name="connsiteY5" fmla="*/ 1745197 h 1745197"/>
                <a:gd name="connsiteX6" fmla="*/ 235902 w 1392044"/>
                <a:gd name="connsiteY6" fmla="*/ 1704367 h 1745197"/>
                <a:gd name="connsiteX7" fmla="*/ 0 w 1392044"/>
                <a:gd name="connsiteY7" fmla="*/ 1637379 h 1745197"/>
                <a:gd name="connsiteX8" fmla="*/ 53037 w 1392044"/>
                <a:gd name="connsiteY8" fmla="*/ 1431108 h 1745197"/>
                <a:gd name="connsiteX9" fmla="*/ 1244027 w 1392044"/>
                <a:gd name="connsiteY9" fmla="*/ 0 h 174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044" h="1745197">
                  <a:moveTo>
                    <a:pt x="1244027" y="0"/>
                  </a:moveTo>
                  <a:lnTo>
                    <a:pt x="1162734" y="47067"/>
                  </a:lnTo>
                  <a:lnTo>
                    <a:pt x="1392044" y="460855"/>
                  </a:lnTo>
                  <a:lnTo>
                    <a:pt x="1296684" y="516066"/>
                  </a:lnTo>
                  <a:cubicBezTo>
                    <a:pt x="894100" y="770759"/>
                    <a:pt x="587432" y="1163363"/>
                    <a:pt x="443077" y="1627479"/>
                  </a:cubicBezTo>
                  <a:lnTo>
                    <a:pt x="412809" y="1745197"/>
                  </a:lnTo>
                  <a:lnTo>
                    <a:pt x="235902" y="1704367"/>
                  </a:lnTo>
                  <a:lnTo>
                    <a:pt x="0" y="1637379"/>
                  </a:lnTo>
                  <a:lnTo>
                    <a:pt x="53037" y="1431108"/>
                  </a:lnTo>
                  <a:cubicBezTo>
                    <a:pt x="245749" y="811519"/>
                    <a:pt x="679223" y="298006"/>
                    <a:pt x="1244027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手繪多邊形: 圖案 74">
              <a:extLst>
                <a:ext uri="{FF2B5EF4-FFF2-40B4-BE49-F238E27FC236}">
                  <a16:creationId xmlns:a16="http://schemas.microsoft.com/office/drawing/2014/main" id="{0EC64F87-3ADD-471B-87AD-C9CAE6032274}"/>
                </a:ext>
              </a:extLst>
            </p:cNvPr>
            <p:cNvSpPr/>
            <p:nvPr/>
          </p:nvSpPr>
          <p:spPr>
            <a:xfrm>
              <a:off x="7267856" y="2992744"/>
              <a:ext cx="117868" cy="68243"/>
            </a:xfrm>
            <a:custGeom>
              <a:avLst/>
              <a:gdLst>
                <a:gd name="connsiteX0" fmla="*/ 0 w 117868"/>
                <a:gd name="connsiteY0" fmla="*/ 0 h 68243"/>
                <a:gd name="connsiteX1" fmla="*/ 117868 w 117868"/>
                <a:gd name="connsiteY1" fmla="*/ 68243 h 68243"/>
                <a:gd name="connsiteX2" fmla="*/ 117868 w 117868"/>
                <a:gd name="connsiteY2" fmla="*/ 68243 h 68243"/>
                <a:gd name="connsiteX3" fmla="*/ 0 w 117868"/>
                <a:gd name="connsiteY3" fmla="*/ 0 h 68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868" h="68243">
                  <a:moveTo>
                    <a:pt x="0" y="0"/>
                  </a:moveTo>
                  <a:lnTo>
                    <a:pt x="117868" y="68243"/>
                  </a:lnTo>
                  <a:lnTo>
                    <a:pt x="117868" y="68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9E7C4A40-F30F-4AB7-BBC5-680B25C6AA2D}"/>
                </a:ext>
              </a:extLst>
            </p:cNvPr>
            <p:cNvSpPr/>
            <p:nvPr/>
          </p:nvSpPr>
          <p:spPr>
            <a:xfrm>
              <a:off x="7156414" y="3060986"/>
              <a:ext cx="1355468" cy="1676954"/>
            </a:xfrm>
            <a:custGeom>
              <a:avLst/>
              <a:gdLst>
                <a:gd name="connsiteX0" fmla="*/ 229310 w 1355468"/>
                <a:gd name="connsiteY0" fmla="*/ 0 h 1676954"/>
                <a:gd name="connsiteX1" fmla="*/ 276833 w 1355468"/>
                <a:gd name="connsiteY1" fmla="*/ 27515 h 1676954"/>
                <a:gd name="connsiteX2" fmla="*/ 1302431 w 1355468"/>
                <a:gd name="connsiteY2" fmla="*/ 1362865 h 1676954"/>
                <a:gd name="connsiteX3" fmla="*/ 1355468 w 1355468"/>
                <a:gd name="connsiteY3" fmla="*/ 1569136 h 1676954"/>
                <a:gd name="connsiteX4" fmla="*/ 1119566 w 1355468"/>
                <a:gd name="connsiteY4" fmla="*/ 1636124 h 1676954"/>
                <a:gd name="connsiteX5" fmla="*/ 942659 w 1355468"/>
                <a:gd name="connsiteY5" fmla="*/ 1676954 h 1676954"/>
                <a:gd name="connsiteX6" fmla="*/ 912391 w 1355468"/>
                <a:gd name="connsiteY6" fmla="*/ 1559236 h 1676954"/>
                <a:gd name="connsiteX7" fmla="*/ 58785 w 1355468"/>
                <a:gd name="connsiteY7" fmla="*/ 447823 h 1676954"/>
                <a:gd name="connsiteX8" fmla="*/ 0 w 1355468"/>
                <a:gd name="connsiteY8" fmla="*/ 413788 h 1676954"/>
                <a:gd name="connsiteX9" fmla="*/ 229310 w 1355468"/>
                <a:gd name="connsiteY9" fmla="*/ 0 h 167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55468" h="1676954">
                  <a:moveTo>
                    <a:pt x="229310" y="0"/>
                  </a:moveTo>
                  <a:lnTo>
                    <a:pt x="276833" y="27515"/>
                  </a:lnTo>
                  <a:cubicBezTo>
                    <a:pt x="760533" y="333526"/>
                    <a:pt x="1128991" y="805235"/>
                    <a:pt x="1302431" y="1362865"/>
                  </a:cubicBezTo>
                  <a:lnTo>
                    <a:pt x="1355468" y="1569136"/>
                  </a:lnTo>
                  <a:lnTo>
                    <a:pt x="1119566" y="1636124"/>
                  </a:lnTo>
                  <a:lnTo>
                    <a:pt x="942659" y="1676954"/>
                  </a:lnTo>
                  <a:lnTo>
                    <a:pt x="912391" y="1559236"/>
                  </a:lnTo>
                  <a:cubicBezTo>
                    <a:pt x="768036" y="1095120"/>
                    <a:pt x="461368" y="702516"/>
                    <a:pt x="58785" y="447823"/>
                  </a:cubicBezTo>
                  <a:lnTo>
                    <a:pt x="0" y="413788"/>
                  </a:lnTo>
                  <a:lnTo>
                    <a:pt x="229310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8CA7F72B-F04C-474E-8FBE-69BD3646AB37}"/>
                </a:ext>
              </a:extLst>
            </p:cNvPr>
            <p:cNvSpPr/>
            <p:nvPr/>
          </p:nvSpPr>
          <p:spPr>
            <a:xfrm>
              <a:off x="5146184" y="3196046"/>
              <a:ext cx="2010230" cy="665376"/>
            </a:xfrm>
            <a:custGeom>
              <a:avLst/>
              <a:gdLst>
                <a:gd name="connsiteX0" fmla="*/ 986827 w 2010230"/>
                <a:gd name="connsiteY0" fmla="*/ 0 h 665376"/>
                <a:gd name="connsiteX1" fmla="*/ 1138920 w 2010230"/>
                <a:gd name="connsiteY1" fmla="*/ 6243 h 665376"/>
                <a:gd name="connsiteX2" fmla="*/ 1183435 w 2010230"/>
                <a:gd name="connsiteY2" fmla="*/ 10370 h 665376"/>
                <a:gd name="connsiteX3" fmla="*/ 1266008 w 2010230"/>
                <a:gd name="connsiteY3" fmla="*/ 20593 h 665376"/>
                <a:gd name="connsiteX4" fmla="*/ 1481220 w 2010230"/>
                <a:gd name="connsiteY4" fmla="*/ 60723 h 665376"/>
                <a:gd name="connsiteX5" fmla="*/ 1481228 w 2010230"/>
                <a:gd name="connsiteY5" fmla="*/ 60725 h 665376"/>
                <a:gd name="connsiteX6" fmla="*/ 1481243 w 2010230"/>
                <a:gd name="connsiteY6" fmla="*/ 60729 h 665376"/>
                <a:gd name="connsiteX7" fmla="*/ 1687296 w 2010230"/>
                <a:gd name="connsiteY7" fmla="*/ 125824 h 665376"/>
                <a:gd name="connsiteX8" fmla="*/ 1737311 w 2010230"/>
                <a:gd name="connsiteY8" fmla="*/ 145010 h 665376"/>
                <a:gd name="connsiteX9" fmla="*/ 1931359 w 2010230"/>
                <a:gd name="connsiteY9" fmla="*/ 233064 h 665376"/>
                <a:gd name="connsiteX10" fmla="*/ 2010230 w 2010230"/>
                <a:gd name="connsiteY10" fmla="*/ 278728 h 665376"/>
                <a:gd name="connsiteX11" fmla="*/ 1795961 w 2010230"/>
                <a:gd name="connsiteY11" fmla="*/ 665376 h 665376"/>
                <a:gd name="connsiteX12" fmla="*/ 1713767 w 2010230"/>
                <a:gd name="connsiteY12" fmla="*/ 617788 h 665376"/>
                <a:gd name="connsiteX13" fmla="*/ 1003973 w 2010230"/>
                <a:gd name="connsiteY13" fmla="*/ 442646 h 665376"/>
                <a:gd name="connsiteX14" fmla="*/ 294179 w 2010230"/>
                <a:gd name="connsiteY14" fmla="*/ 617788 h 665376"/>
                <a:gd name="connsiteX15" fmla="*/ 222599 w 2010230"/>
                <a:gd name="connsiteY15" fmla="*/ 659231 h 665376"/>
                <a:gd name="connsiteX16" fmla="*/ 0 w 2010230"/>
                <a:gd name="connsiteY16" fmla="*/ 257552 h 665376"/>
                <a:gd name="connsiteX17" fmla="*/ 42295 w 2010230"/>
                <a:gd name="connsiteY17" fmla="*/ 233064 h 665376"/>
                <a:gd name="connsiteX18" fmla="*/ 236347 w 2010230"/>
                <a:gd name="connsiteY18" fmla="*/ 145009 h 665376"/>
                <a:gd name="connsiteX19" fmla="*/ 286357 w 2010230"/>
                <a:gd name="connsiteY19" fmla="*/ 125825 h 665376"/>
                <a:gd name="connsiteX20" fmla="*/ 492426 w 2010230"/>
                <a:gd name="connsiteY20" fmla="*/ 60725 h 665376"/>
                <a:gd name="connsiteX21" fmla="*/ 707646 w 2010230"/>
                <a:gd name="connsiteY21" fmla="*/ 20593 h 665376"/>
                <a:gd name="connsiteX22" fmla="*/ 790223 w 2010230"/>
                <a:gd name="connsiteY22" fmla="*/ 10370 h 665376"/>
                <a:gd name="connsiteX23" fmla="*/ 834733 w 2010230"/>
                <a:gd name="connsiteY23" fmla="*/ 6243 h 665376"/>
                <a:gd name="connsiteX24" fmla="*/ 986827 w 2010230"/>
                <a:gd name="connsiteY24" fmla="*/ 0 h 66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0230" h="665376">
                  <a:moveTo>
                    <a:pt x="986827" y="0"/>
                  </a:moveTo>
                  <a:lnTo>
                    <a:pt x="1138920" y="6243"/>
                  </a:lnTo>
                  <a:lnTo>
                    <a:pt x="1183435" y="10370"/>
                  </a:lnTo>
                  <a:lnTo>
                    <a:pt x="1266008" y="20593"/>
                  </a:lnTo>
                  <a:lnTo>
                    <a:pt x="1481220" y="60723"/>
                  </a:lnTo>
                  <a:lnTo>
                    <a:pt x="1481228" y="60725"/>
                  </a:lnTo>
                  <a:lnTo>
                    <a:pt x="1481243" y="60729"/>
                  </a:lnTo>
                  <a:lnTo>
                    <a:pt x="1687296" y="125824"/>
                  </a:lnTo>
                  <a:lnTo>
                    <a:pt x="1737311" y="145010"/>
                  </a:lnTo>
                  <a:lnTo>
                    <a:pt x="1931359" y="233064"/>
                  </a:lnTo>
                  <a:lnTo>
                    <a:pt x="2010230" y="278728"/>
                  </a:lnTo>
                  <a:lnTo>
                    <a:pt x="1795961" y="665376"/>
                  </a:lnTo>
                  <a:lnTo>
                    <a:pt x="1713767" y="617788"/>
                  </a:lnTo>
                  <a:cubicBezTo>
                    <a:pt x="1501812" y="505955"/>
                    <a:pt x="1260286" y="442646"/>
                    <a:pt x="1003973" y="442646"/>
                  </a:cubicBezTo>
                  <a:cubicBezTo>
                    <a:pt x="747661" y="442646"/>
                    <a:pt x="506135" y="505955"/>
                    <a:pt x="294179" y="617788"/>
                  </a:cubicBezTo>
                  <a:lnTo>
                    <a:pt x="222599" y="659231"/>
                  </a:lnTo>
                  <a:lnTo>
                    <a:pt x="0" y="257552"/>
                  </a:lnTo>
                  <a:lnTo>
                    <a:pt x="42295" y="233064"/>
                  </a:lnTo>
                  <a:lnTo>
                    <a:pt x="236347" y="145009"/>
                  </a:lnTo>
                  <a:lnTo>
                    <a:pt x="286357" y="125825"/>
                  </a:lnTo>
                  <a:lnTo>
                    <a:pt x="492426" y="60725"/>
                  </a:lnTo>
                  <a:lnTo>
                    <a:pt x="707646" y="20593"/>
                  </a:lnTo>
                  <a:lnTo>
                    <a:pt x="790223" y="10370"/>
                  </a:lnTo>
                  <a:lnTo>
                    <a:pt x="834733" y="6243"/>
                  </a:lnTo>
                  <a:lnTo>
                    <a:pt x="986827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手繪多邊形: 圖案 77">
              <a:extLst>
                <a:ext uri="{FF2B5EF4-FFF2-40B4-BE49-F238E27FC236}">
                  <a16:creationId xmlns:a16="http://schemas.microsoft.com/office/drawing/2014/main" id="{6E1F8BE3-3AC9-436E-A4AE-06A8947CB7E1}"/>
                </a:ext>
              </a:extLst>
            </p:cNvPr>
            <p:cNvSpPr/>
            <p:nvPr/>
          </p:nvSpPr>
          <p:spPr>
            <a:xfrm>
              <a:off x="6133012" y="3196047"/>
              <a:ext cx="152093" cy="6243"/>
            </a:xfrm>
            <a:custGeom>
              <a:avLst/>
              <a:gdLst>
                <a:gd name="connsiteX0" fmla="*/ 0 w 152093"/>
                <a:gd name="connsiteY0" fmla="*/ 0 h 6243"/>
                <a:gd name="connsiteX1" fmla="*/ 126944 w 152093"/>
                <a:gd name="connsiteY1" fmla="*/ 3911 h 6243"/>
                <a:gd name="connsiteX2" fmla="*/ 152093 w 152093"/>
                <a:gd name="connsiteY2" fmla="*/ 6243 h 6243"/>
                <a:gd name="connsiteX3" fmla="*/ 0 w 152093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3" h="6243">
                  <a:moveTo>
                    <a:pt x="0" y="0"/>
                  </a:moveTo>
                  <a:cubicBezTo>
                    <a:pt x="42635" y="0"/>
                    <a:pt x="84963" y="1316"/>
                    <a:pt x="126944" y="3911"/>
                  </a:cubicBezTo>
                  <a:lnTo>
                    <a:pt x="152093" y="6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手繪多邊形: 圖案 78">
              <a:extLst>
                <a:ext uri="{FF2B5EF4-FFF2-40B4-BE49-F238E27FC236}">
                  <a16:creationId xmlns:a16="http://schemas.microsoft.com/office/drawing/2014/main" id="{79169C35-6AA1-490B-8FE4-08626F954B98}"/>
                </a:ext>
              </a:extLst>
            </p:cNvPr>
            <p:cNvSpPr/>
            <p:nvPr/>
          </p:nvSpPr>
          <p:spPr>
            <a:xfrm>
              <a:off x="5980917" y="3196047"/>
              <a:ext cx="152094" cy="6243"/>
            </a:xfrm>
            <a:custGeom>
              <a:avLst/>
              <a:gdLst>
                <a:gd name="connsiteX0" fmla="*/ 152094 w 152094"/>
                <a:gd name="connsiteY0" fmla="*/ 0 h 6243"/>
                <a:gd name="connsiteX1" fmla="*/ 0 w 152094"/>
                <a:gd name="connsiteY1" fmla="*/ 6243 h 6243"/>
                <a:gd name="connsiteX2" fmla="*/ 25150 w 152094"/>
                <a:gd name="connsiteY2" fmla="*/ 3911 h 6243"/>
                <a:gd name="connsiteX3" fmla="*/ 152094 w 152094"/>
                <a:gd name="connsiteY3" fmla="*/ 0 h 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094" h="6243">
                  <a:moveTo>
                    <a:pt x="152094" y="0"/>
                  </a:moveTo>
                  <a:lnTo>
                    <a:pt x="0" y="6243"/>
                  </a:lnTo>
                  <a:lnTo>
                    <a:pt x="25150" y="3911"/>
                  </a:lnTo>
                  <a:cubicBezTo>
                    <a:pt x="67132" y="1316"/>
                    <a:pt x="109459" y="0"/>
                    <a:pt x="152094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手繪多邊形: 圖案 79">
              <a:extLst>
                <a:ext uri="{FF2B5EF4-FFF2-40B4-BE49-F238E27FC236}">
                  <a16:creationId xmlns:a16="http://schemas.microsoft.com/office/drawing/2014/main" id="{61D2E1AE-C000-4F03-A22A-045CC8146CF4}"/>
                </a:ext>
              </a:extLst>
            </p:cNvPr>
            <p:cNvSpPr/>
            <p:nvPr/>
          </p:nvSpPr>
          <p:spPr>
            <a:xfrm>
              <a:off x="6285105" y="3202290"/>
              <a:ext cx="44515" cy="4127"/>
            </a:xfrm>
            <a:custGeom>
              <a:avLst/>
              <a:gdLst>
                <a:gd name="connsiteX0" fmla="*/ 0 w 44515"/>
                <a:gd name="connsiteY0" fmla="*/ 0 h 4127"/>
                <a:gd name="connsiteX1" fmla="*/ 16716 w 44515"/>
                <a:gd name="connsiteY1" fmla="*/ 686 h 4127"/>
                <a:gd name="connsiteX2" fmla="*/ 44515 w 44515"/>
                <a:gd name="connsiteY2" fmla="*/ 4127 h 4127"/>
                <a:gd name="connsiteX3" fmla="*/ 0 w 44515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5" h="4127">
                  <a:moveTo>
                    <a:pt x="0" y="0"/>
                  </a:moveTo>
                  <a:lnTo>
                    <a:pt x="16716" y="686"/>
                  </a:lnTo>
                  <a:lnTo>
                    <a:pt x="44515" y="4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3835ED18-9CDF-4421-B167-9F74EABD3C5D}"/>
                </a:ext>
              </a:extLst>
            </p:cNvPr>
            <p:cNvSpPr/>
            <p:nvPr/>
          </p:nvSpPr>
          <p:spPr>
            <a:xfrm>
              <a:off x="5936407" y="3202290"/>
              <a:ext cx="44510" cy="4127"/>
            </a:xfrm>
            <a:custGeom>
              <a:avLst/>
              <a:gdLst>
                <a:gd name="connsiteX0" fmla="*/ 44510 w 44510"/>
                <a:gd name="connsiteY0" fmla="*/ 0 h 4127"/>
                <a:gd name="connsiteX1" fmla="*/ 0 w 44510"/>
                <a:gd name="connsiteY1" fmla="*/ 4127 h 4127"/>
                <a:gd name="connsiteX2" fmla="*/ 27796 w 44510"/>
                <a:gd name="connsiteY2" fmla="*/ 686 h 4127"/>
                <a:gd name="connsiteX3" fmla="*/ 44510 w 44510"/>
                <a:gd name="connsiteY3" fmla="*/ 0 h 4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10" h="4127">
                  <a:moveTo>
                    <a:pt x="44510" y="0"/>
                  </a:moveTo>
                  <a:lnTo>
                    <a:pt x="0" y="4127"/>
                  </a:lnTo>
                  <a:lnTo>
                    <a:pt x="27796" y="686"/>
                  </a:lnTo>
                  <a:lnTo>
                    <a:pt x="445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14E61863-F5CB-4A14-8F9C-EC1D045CB8DA}"/>
                </a:ext>
              </a:extLst>
            </p:cNvPr>
            <p:cNvSpPr/>
            <p:nvPr/>
          </p:nvSpPr>
          <p:spPr>
            <a:xfrm>
              <a:off x="5853831" y="3206417"/>
              <a:ext cx="82577" cy="10223"/>
            </a:xfrm>
            <a:custGeom>
              <a:avLst/>
              <a:gdLst>
                <a:gd name="connsiteX0" fmla="*/ 82577 w 82577"/>
                <a:gd name="connsiteY0" fmla="*/ 0 h 10223"/>
                <a:gd name="connsiteX1" fmla="*/ 0 w 82577"/>
                <a:gd name="connsiteY1" fmla="*/ 10223 h 10223"/>
                <a:gd name="connsiteX2" fmla="*/ 27369 w 82577"/>
                <a:gd name="connsiteY2" fmla="*/ 5119 h 10223"/>
                <a:gd name="connsiteX3" fmla="*/ 82577 w 82577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7" h="10223">
                  <a:moveTo>
                    <a:pt x="82577" y="0"/>
                  </a:moveTo>
                  <a:lnTo>
                    <a:pt x="0" y="10223"/>
                  </a:lnTo>
                  <a:lnTo>
                    <a:pt x="27369" y="5119"/>
                  </a:lnTo>
                  <a:lnTo>
                    <a:pt x="82577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C1E3B558-EFB1-4A28-B793-44458B6C7091}"/>
                </a:ext>
              </a:extLst>
            </p:cNvPr>
            <p:cNvSpPr/>
            <p:nvPr/>
          </p:nvSpPr>
          <p:spPr>
            <a:xfrm>
              <a:off x="6329620" y="3206417"/>
              <a:ext cx="82573" cy="10223"/>
            </a:xfrm>
            <a:custGeom>
              <a:avLst/>
              <a:gdLst>
                <a:gd name="connsiteX0" fmla="*/ 0 w 82573"/>
                <a:gd name="connsiteY0" fmla="*/ 0 h 10223"/>
                <a:gd name="connsiteX1" fmla="*/ 55204 w 82573"/>
                <a:gd name="connsiteY1" fmla="*/ 5119 h 10223"/>
                <a:gd name="connsiteX2" fmla="*/ 82573 w 82573"/>
                <a:gd name="connsiteY2" fmla="*/ 10223 h 10223"/>
                <a:gd name="connsiteX3" fmla="*/ 0 w 82573"/>
                <a:gd name="connsiteY3" fmla="*/ 0 h 1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573" h="10223">
                  <a:moveTo>
                    <a:pt x="0" y="0"/>
                  </a:moveTo>
                  <a:lnTo>
                    <a:pt x="55204" y="5119"/>
                  </a:lnTo>
                  <a:lnTo>
                    <a:pt x="82573" y="1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4" name="手繪多邊形: 圖案 83">
              <a:extLst>
                <a:ext uri="{FF2B5EF4-FFF2-40B4-BE49-F238E27FC236}">
                  <a16:creationId xmlns:a16="http://schemas.microsoft.com/office/drawing/2014/main" id="{4D07F7B1-1690-4F3C-8540-B3E534CC76B0}"/>
                </a:ext>
              </a:extLst>
            </p:cNvPr>
            <p:cNvSpPr/>
            <p:nvPr/>
          </p:nvSpPr>
          <p:spPr>
            <a:xfrm>
              <a:off x="6412192" y="3216639"/>
              <a:ext cx="215212" cy="40130"/>
            </a:xfrm>
            <a:custGeom>
              <a:avLst/>
              <a:gdLst>
                <a:gd name="connsiteX0" fmla="*/ 0 w 215212"/>
                <a:gd name="connsiteY0" fmla="*/ 0 h 40130"/>
                <a:gd name="connsiteX1" fmla="*/ 54610 w 215212"/>
                <a:gd name="connsiteY1" fmla="*/ 6760 h 40130"/>
                <a:gd name="connsiteX2" fmla="*/ 215212 w 215212"/>
                <a:gd name="connsiteY2" fmla="*/ 40130 h 40130"/>
                <a:gd name="connsiteX3" fmla="*/ 0 w 215212"/>
                <a:gd name="connsiteY3" fmla="*/ 0 h 4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12" h="40130">
                  <a:moveTo>
                    <a:pt x="0" y="0"/>
                  </a:moveTo>
                  <a:lnTo>
                    <a:pt x="54610" y="6760"/>
                  </a:lnTo>
                  <a:lnTo>
                    <a:pt x="215212" y="40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45926B7B-12B9-4586-A841-204FDCAE156C}"/>
                </a:ext>
              </a:extLst>
            </p:cNvPr>
            <p:cNvSpPr/>
            <p:nvPr/>
          </p:nvSpPr>
          <p:spPr>
            <a:xfrm>
              <a:off x="5638610" y="3216639"/>
              <a:ext cx="215220" cy="40132"/>
            </a:xfrm>
            <a:custGeom>
              <a:avLst/>
              <a:gdLst>
                <a:gd name="connsiteX0" fmla="*/ 215220 w 215220"/>
                <a:gd name="connsiteY0" fmla="*/ 0 h 40132"/>
                <a:gd name="connsiteX1" fmla="*/ 0 w 215220"/>
                <a:gd name="connsiteY1" fmla="*/ 40132 h 40132"/>
                <a:gd name="connsiteX2" fmla="*/ 160610 w 215220"/>
                <a:gd name="connsiteY2" fmla="*/ 6760 h 40132"/>
                <a:gd name="connsiteX3" fmla="*/ 215220 w 215220"/>
                <a:gd name="connsiteY3" fmla="*/ 0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5220" h="40132">
                  <a:moveTo>
                    <a:pt x="215220" y="0"/>
                  </a:moveTo>
                  <a:lnTo>
                    <a:pt x="0" y="40132"/>
                  </a:lnTo>
                  <a:cubicBezTo>
                    <a:pt x="52748" y="26911"/>
                    <a:pt x="106315" y="15757"/>
                    <a:pt x="160610" y="6760"/>
                  </a:cubicBezTo>
                  <a:lnTo>
                    <a:pt x="21522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BC118EDB-157B-40FC-83CD-5C48F0950950}"/>
                </a:ext>
              </a:extLst>
            </p:cNvPr>
            <p:cNvSpPr/>
            <p:nvPr/>
          </p:nvSpPr>
          <p:spPr>
            <a:xfrm>
              <a:off x="5432542" y="3256771"/>
              <a:ext cx="206069" cy="65100"/>
            </a:xfrm>
            <a:custGeom>
              <a:avLst/>
              <a:gdLst>
                <a:gd name="connsiteX0" fmla="*/ 206069 w 206069"/>
                <a:gd name="connsiteY0" fmla="*/ 0 h 65100"/>
                <a:gd name="connsiteX1" fmla="*/ 0 w 206069"/>
                <a:gd name="connsiteY1" fmla="*/ 65100 h 65100"/>
                <a:gd name="connsiteX2" fmla="*/ 50378 w 206069"/>
                <a:gd name="connsiteY2" fmla="*/ 45774 h 65100"/>
                <a:gd name="connsiteX3" fmla="*/ 206069 w 206069"/>
                <a:gd name="connsiteY3" fmla="*/ 0 h 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69" h="65100">
                  <a:moveTo>
                    <a:pt x="206069" y="0"/>
                  </a:moveTo>
                  <a:lnTo>
                    <a:pt x="0" y="65100"/>
                  </a:lnTo>
                  <a:lnTo>
                    <a:pt x="50378" y="45774"/>
                  </a:lnTo>
                  <a:cubicBezTo>
                    <a:pt x="101395" y="28510"/>
                    <a:pt x="153322" y="13222"/>
                    <a:pt x="206069" y="0"/>
                  </a:cubicBez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E4B1D8B8-924E-42A1-8414-DAAAEA7D38AD}"/>
                </a:ext>
              </a:extLst>
            </p:cNvPr>
            <p:cNvSpPr/>
            <p:nvPr/>
          </p:nvSpPr>
          <p:spPr>
            <a:xfrm>
              <a:off x="6627428" y="3256776"/>
              <a:ext cx="206053" cy="65095"/>
            </a:xfrm>
            <a:custGeom>
              <a:avLst/>
              <a:gdLst>
                <a:gd name="connsiteX0" fmla="*/ 0 w 206053"/>
                <a:gd name="connsiteY0" fmla="*/ 0 h 65095"/>
                <a:gd name="connsiteX1" fmla="*/ 155677 w 206053"/>
                <a:gd name="connsiteY1" fmla="*/ 45770 h 65095"/>
                <a:gd name="connsiteX2" fmla="*/ 206053 w 206053"/>
                <a:gd name="connsiteY2" fmla="*/ 65095 h 65095"/>
                <a:gd name="connsiteX3" fmla="*/ 0 w 206053"/>
                <a:gd name="connsiteY3" fmla="*/ 0 h 65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053" h="65095">
                  <a:moveTo>
                    <a:pt x="0" y="0"/>
                  </a:moveTo>
                  <a:lnTo>
                    <a:pt x="155677" y="45770"/>
                  </a:lnTo>
                  <a:lnTo>
                    <a:pt x="206053" y="65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8" name="手繪多邊形: 圖案 87">
              <a:extLst>
                <a:ext uri="{FF2B5EF4-FFF2-40B4-BE49-F238E27FC236}">
                  <a16:creationId xmlns:a16="http://schemas.microsoft.com/office/drawing/2014/main" id="{8A0EC02E-C603-4BFB-9668-5824C22AAF0B}"/>
                </a:ext>
              </a:extLst>
            </p:cNvPr>
            <p:cNvSpPr/>
            <p:nvPr/>
          </p:nvSpPr>
          <p:spPr>
            <a:xfrm>
              <a:off x="6833481" y="3321870"/>
              <a:ext cx="50015" cy="19186"/>
            </a:xfrm>
            <a:custGeom>
              <a:avLst/>
              <a:gdLst>
                <a:gd name="connsiteX0" fmla="*/ 0 w 50015"/>
                <a:gd name="connsiteY0" fmla="*/ 0 h 19186"/>
                <a:gd name="connsiteX1" fmla="*/ 25454 w 50015"/>
                <a:gd name="connsiteY1" fmla="*/ 8041 h 19186"/>
                <a:gd name="connsiteX2" fmla="*/ 50015 w 50015"/>
                <a:gd name="connsiteY2" fmla="*/ 19186 h 19186"/>
                <a:gd name="connsiteX3" fmla="*/ 0 w 50015"/>
                <a:gd name="connsiteY3" fmla="*/ 0 h 1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5" h="19186">
                  <a:moveTo>
                    <a:pt x="0" y="0"/>
                  </a:moveTo>
                  <a:lnTo>
                    <a:pt x="25454" y="8041"/>
                  </a:lnTo>
                  <a:lnTo>
                    <a:pt x="50015" y="19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手繪多邊形: 圖案 88">
              <a:extLst>
                <a:ext uri="{FF2B5EF4-FFF2-40B4-BE49-F238E27FC236}">
                  <a16:creationId xmlns:a16="http://schemas.microsoft.com/office/drawing/2014/main" id="{EC842A6B-BBF8-4024-BDF8-3E93AC401A40}"/>
                </a:ext>
              </a:extLst>
            </p:cNvPr>
            <p:cNvSpPr/>
            <p:nvPr/>
          </p:nvSpPr>
          <p:spPr>
            <a:xfrm>
              <a:off x="5382531" y="3321871"/>
              <a:ext cx="50010" cy="19184"/>
            </a:xfrm>
            <a:custGeom>
              <a:avLst/>
              <a:gdLst>
                <a:gd name="connsiteX0" fmla="*/ 50010 w 50010"/>
                <a:gd name="connsiteY0" fmla="*/ 0 h 19184"/>
                <a:gd name="connsiteX1" fmla="*/ 0 w 50010"/>
                <a:gd name="connsiteY1" fmla="*/ 19184 h 19184"/>
                <a:gd name="connsiteX2" fmla="*/ 24558 w 50010"/>
                <a:gd name="connsiteY2" fmla="*/ 8040 h 19184"/>
                <a:gd name="connsiteX3" fmla="*/ 50010 w 50010"/>
                <a:gd name="connsiteY3" fmla="*/ 0 h 19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10" h="19184">
                  <a:moveTo>
                    <a:pt x="50010" y="0"/>
                  </a:moveTo>
                  <a:lnTo>
                    <a:pt x="0" y="19184"/>
                  </a:lnTo>
                  <a:lnTo>
                    <a:pt x="24558" y="8040"/>
                  </a:lnTo>
                  <a:lnTo>
                    <a:pt x="5001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手繪多邊形: 圖案 89">
              <a:extLst>
                <a:ext uri="{FF2B5EF4-FFF2-40B4-BE49-F238E27FC236}">
                  <a16:creationId xmlns:a16="http://schemas.microsoft.com/office/drawing/2014/main" id="{ABEF7361-E505-4F6C-8104-8B6538A2ABA0}"/>
                </a:ext>
              </a:extLst>
            </p:cNvPr>
            <p:cNvSpPr/>
            <p:nvPr/>
          </p:nvSpPr>
          <p:spPr>
            <a:xfrm>
              <a:off x="5188479" y="3341056"/>
              <a:ext cx="194052" cy="88055"/>
            </a:xfrm>
            <a:custGeom>
              <a:avLst/>
              <a:gdLst>
                <a:gd name="connsiteX0" fmla="*/ 194052 w 194052"/>
                <a:gd name="connsiteY0" fmla="*/ 0 h 88055"/>
                <a:gd name="connsiteX1" fmla="*/ 0 w 194052"/>
                <a:gd name="connsiteY1" fmla="*/ 88055 h 88055"/>
                <a:gd name="connsiteX2" fmla="*/ 144214 w 194052"/>
                <a:gd name="connsiteY2" fmla="*/ 19118 h 88055"/>
                <a:gd name="connsiteX3" fmla="*/ 194052 w 194052"/>
                <a:gd name="connsiteY3" fmla="*/ 0 h 88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52" h="88055">
                  <a:moveTo>
                    <a:pt x="194052" y="0"/>
                  </a:moveTo>
                  <a:lnTo>
                    <a:pt x="0" y="88055"/>
                  </a:lnTo>
                  <a:cubicBezTo>
                    <a:pt x="47009" y="63252"/>
                    <a:pt x="95111" y="40243"/>
                    <a:pt x="144214" y="19118"/>
                  </a:cubicBezTo>
                  <a:lnTo>
                    <a:pt x="194052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EB28F874-3F05-40B7-81B7-AE5673B9ECD4}"/>
                </a:ext>
              </a:extLst>
            </p:cNvPr>
            <p:cNvSpPr/>
            <p:nvPr/>
          </p:nvSpPr>
          <p:spPr>
            <a:xfrm>
              <a:off x="6883495" y="3341056"/>
              <a:ext cx="194048" cy="88054"/>
            </a:xfrm>
            <a:custGeom>
              <a:avLst/>
              <a:gdLst>
                <a:gd name="connsiteX0" fmla="*/ 0 w 194048"/>
                <a:gd name="connsiteY0" fmla="*/ 0 h 88054"/>
                <a:gd name="connsiteX1" fmla="*/ 49834 w 194048"/>
                <a:gd name="connsiteY1" fmla="*/ 19117 h 88054"/>
                <a:gd name="connsiteX2" fmla="*/ 194048 w 194048"/>
                <a:gd name="connsiteY2" fmla="*/ 88054 h 88054"/>
                <a:gd name="connsiteX3" fmla="*/ 0 w 194048"/>
                <a:gd name="connsiteY3" fmla="*/ 0 h 8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048" h="88054">
                  <a:moveTo>
                    <a:pt x="0" y="0"/>
                  </a:moveTo>
                  <a:lnTo>
                    <a:pt x="49834" y="19117"/>
                  </a:lnTo>
                  <a:cubicBezTo>
                    <a:pt x="98938" y="40242"/>
                    <a:pt x="147040" y="63251"/>
                    <a:pt x="194048" y="880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手繪多邊形: 圖案 91">
              <a:extLst>
                <a:ext uri="{FF2B5EF4-FFF2-40B4-BE49-F238E27FC236}">
                  <a16:creationId xmlns:a16="http://schemas.microsoft.com/office/drawing/2014/main" id="{625545EE-3B0B-40A2-90B1-3E654D5C994B}"/>
                </a:ext>
              </a:extLst>
            </p:cNvPr>
            <p:cNvSpPr/>
            <p:nvPr/>
          </p:nvSpPr>
          <p:spPr>
            <a:xfrm>
              <a:off x="4166949" y="3429111"/>
              <a:ext cx="1201834" cy="1409673"/>
            </a:xfrm>
            <a:custGeom>
              <a:avLst/>
              <a:gdLst>
                <a:gd name="connsiteX0" fmla="*/ 1021530 w 1201834"/>
                <a:gd name="connsiteY0" fmla="*/ 0 h 1409673"/>
                <a:gd name="connsiteX1" fmla="*/ 979235 w 1201834"/>
                <a:gd name="connsiteY1" fmla="*/ 24488 h 1409673"/>
                <a:gd name="connsiteX2" fmla="*/ 1201834 w 1201834"/>
                <a:gd name="connsiteY2" fmla="*/ 426167 h 1409673"/>
                <a:gd name="connsiteX3" fmla="*/ 1169969 w 1201834"/>
                <a:gd name="connsiteY3" fmla="*/ 444616 h 1409673"/>
                <a:gd name="connsiteX4" fmla="*/ 528503 w 1201834"/>
                <a:gd name="connsiteY4" fmla="*/ 1279818 h 1409673"/>
                <a:gd name="connsiteX5" fmla="*/ 495115 w 1201834"/>
                <a:gd name="connsiteY5" fmla="*/ 1409673 h 1409673"/>
                <a:gd name="connsiteX6" fmla="*/ 237947 w 1201834"/>
                <a:gd name="connsiteY6" fmla="*/ 1363748 h 1409673"/>
                <a:gd name="connsiteX7" fmla="*/ 0 w 1201834"/>
                <a:gd name="connsiteY7" fmla="*/ 1308830 h 1409673"/>
                <a:gd name="connsiteX8" fmla="*/ 30268 w 1201834"/>
                <a:gd name="connsiteY8" fmla="*/ 1191112 h 1409673"/>
                <a:gd name="connsiteX9" fmla="*/ 1021530 w 1201834"/>
                <a:gd name="connsiteY9" fmla="*/ 0 h 14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1834" h="1409673">
                  <a:moveTo>
                    <a:pt x="1021530" y="0"/>
                  </a:moveTo>
                  <a:lnTo>
                    <a:pt x="979235" y="24488"/>
                  </a:lnTo>
                  <a:lnTo>
                    <a:pt x="1201834" y="426167"/>
                  </a:lnTo>
                  <a:lnTo>
                    <a:pt x="1169969" y="444616"/>
                  </a:lnTo>
                  <a:cubicBezTo>
                    <a:pt x="867437" y="636013"/>
                    <a:pt x="636983" y="931046"/>
                    <a:pt x="528503" y="1279818"/>
                  </a:cubicBezTo>
                  <a:lnTo>
                    <a:pt x="495115" y="1409673"/>
                  </a:lnTo>
                  <a:lnTo>
                    <a:pt x="237947" y="1363748"/>
                  </a:lnTo>
                  <a:lnTo>
                    <a:pt x="0" y="1308830"/>
                  </a:lnTo>
                  <a:lnTo>
                    <a:pt x="30268" y="1191112"/>
                  </a:lnTo>
                  <a:cubicBezTo>
                    <a:pt x="190663" y="675428"/>
                    <a:pt x="551444" y="248030"/>
                    <a:pt x="1021530" y="0"/>
                  </a:cubicBez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手繪多邊形: 圖案 92">
              <a:extLst>
                <a:ext uri="{FF2B5EF4-FFF2-40B4-BE49-F238E27FC236}">
                  <a16:creationId xmlns:a16="http://schemas.microsoft.com/office/drawing/2014/main" id="{ABAFFA8B-3360-49DA-B11E-B8A3D452FC0F}"/>
                </a:ext>
              </a:extLst>
            </p:cNvPr>
            <p:cNvSpPr/>
            <p:nvPr/>
          </p:nvSpPr>
          <p:spPr>
            <a:xfrm>
              <a:off x="7077544" y="3429110"/>
              <a:ext cx="78871" cy="45664"/>
            </a:xfrm>
            <a:custGeom>
              <a:avLst/>
              <a:gdLst>
                <a:gd name="connsiteX0" fmla="*/ 0 w 78871"/>
                <a:gd name="connsiteY0" fmla="*/ 0 h 45664"/>
                <a:gd name="connsiteX1" fmla="*/ 78871 w 78871"/>
                <a:gd name="connsiteY1" fmla="*/ 45664 h 45664"/>
                <a:gd name="connsiteX2" fmla="*/ 78871 w 78871"/>
                <a:gd name="connsiteY2" fmla="*/ 45664 h 45664"/>
                <a:gd name="connsiteX3" fmla="*/ 0 w 78871"/>
                <a:gd name="connsiteY3" fmla="*/ 0 h 4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45664">
                  <a:moveTo>
                    <a:pt x="0" y="0"/>
                  </a:moveTo>
                  <a:lnTo>
                    <a:pt x="78871" y="45664"/>
                  </a:lnTo>
                  <a:lnTo>
                    <a:pt x="78871" y="4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1961"/>
              </a:srgb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手繪多邊形: 圖案 93">
              <a:extLst>
                <a:ext uri="{FF2B5EF4-FFF2-40B4-BE49-F238E27FC236}">
                  <a16:creationId xmlns:a16="http://schemas.microsoft.com/office/drawing/2014/main" id="{27888098-45CA-4F08-B149-293A19C4F7F8}"/>
                </a:ext>
              </a:extLst>
            </p:cNvPr>
            <p:cNvSpPr/>
            <p:nvPr/>
          </p:nvSpPr>
          <p:spPr>
            <a:xfrm>
              <a:off x="6942145" y="3474774"/>
              <a:ext cx="1156928" cy="1358154"/>
            </a:xfrm>
            <a:custGeom>
              <a:avLst/>
              <a:gdLst>
                <a:gd name="connsiteX0" fmla="*/ 214269 w 1156928"/>
                <a:gd name="connsiteY0" fmla="*/ 0 h 1358154"/>
                <a:gd name="connsiteX1" fmla="*/ 273054 w 1156928"/>
                <a:gd name="connsiteY1" fmla="*/ 34035 h 1358154"/>
                <a:gd name="connsiteX2" fmla="*/ 1126660 w 1156928"/>
                <a:gd name="connsiteY2" fmla="*/ 1145448 h 1358154"/>
                <a:gd name="connsiteX3" fmla="*/ 1156928 w 1156928"/>
                <a:gd name="connsiteY3" fmla="*/ 1263166 h 1358154"/>
                <a:gd name="connsiteX4" fmla="*/ 918981 w 1156928"/>
                <a:gd name="connsiteY4" fmla="*/ 1318084 h 1358154"/>
                <a:gd name="connsiteX5" fmla="*/ 694601 w 1156928"/>
                <a:gd name="connsiteY5" fmla="*/ 1358154 h 1358154"/>
                <a:gd name="connsiteX6" fmla="*/ 662717 w 1156928"/>
                <a:gd name="connsiteY6" fmla="*/ 1234154 h 1358154"/>
                <a:gd name="connsiteX7" fmla="*/ 21251 w 1156928"/>
                <a:gd name="connsiteY7" fmla="*/ 398952 h 1358154"/>
                <a:gd name="connsiteX8" fmla="*/ 0 w 1156928"/>
                <a:gd name="connsiteY8" fmla="*/ 386648 h 1358154"/>
                <a:gd name="connsiteX9" fmla="*/ 214269 w 1156928"/>
                <a:gd name="connsiteY9" fmla="*/ 0 h 1358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6928" h="1358154">
                  <a:moveTo>
                    <a:pt x="214269" y="0"/>
                  </a:moveTo>
                  <a:lnTo>
                    <a:pt x="273054" y="34035"/>
                  </a:lnTo>
                  <a:cubicBezTo>
                    <a:pt x="675637" y="288728"/>
                    <a:pt x="982305" y="681332"/>
                    <a:pt x="1126660" y="1145448"/>
                  </a:cubicBezTo>
                  <a:lnTo>
                    <a:pt x="1156928" y="1263166"/>
                  </a:lnTo>
                  <a:lnTo>
                    <a:pt x="918981" y="1318084"/>
                  </a:lnTo>
                  <a:lnTo>
                    <a:pt x="694601" y="1358154"/>
                  </a:lnTo>
                  <a:lnTo>
                    <a:pt x="662717" y="1234154"/>
                  </a:lnTo>
                  <a:cubicBezTo>
                    <a:pt x="554237" y="885382"/>
                    <a:pt x="323783" y="590349"/>
                    <a:pt x="21251" y="398952"/>
                  </a:cubicBezTo>
                  <a:lnTo>
                    <a:pt x="0" y="386648"/>
                  </a:lnTo>
                  <a:lnTo>
                    <a:pt x="214269" y="0"/>
                  </a:lnTo>
                  <a:close/>
                </a:path>
              </a:pathLst>
            </a:custGeom>
            <a:solidFill>
              <a:schemeClr val="bg1">
                <a:alpha val="21961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8285B18B-D4F6-41E4-A17B-EAA0AC74E720}"/>
              </a:ext>
            </a:extLst>
          </p:cNvPr>
          <p:cNvSpPr/>
          <p:nvPr/>
        </p:nvSpPr>
        <p:spPr>
          <a:xfrm>
            <a:off x="5720592" y="23159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EDA2B8-C619-4C7D-A7D7-569E114C7356}"/>
              </a:ext>
            </a:extLst>
          </p:cNvPr>
          <p:cNvSpPr txBox="1"/>
          <p:nvPr/>
        </p:nvSpPr>
        <p:spPr>
          <a:xfrm>
            <a:off x="-1089" y="26710"/>
            <a:ext cx="227658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Topedia Sans TW Beta" pitchFamily="2" charset="-120"/>
                <a:ea typeface="Topedia Sans TW Beta" pitchFamily="2" charset="-120"/>
              </a:rPr>
              <a:t>大合奏</a:t>
            </a:r>
            <a:r>
              <a:rPr lang="en-US" altLang="zh-TW" sz="4000" dirty="0">
                <a:latin typeface="Topedia Sans TW Beta" pitchFamily="2" charset="-120"/>
                <a:ea typeface="Topedia Sans TW Beta" pitchFamily="2" charset="-120"/>
              </a:rPr>
              <a:t>v1</a:t>
            </a:r>
          </a:p>
          <a:p>
            <a:r>
              <a:rPr lang="zh-TW" altLang="en-US" sz="1600" dirty="0">
                <a:latin typeface="Topedia Sans TW Beta" pitchFamily="2" charset="-120"/>
                <a:ea typeface="Topedia Sans TW Beta" pitchFamily="2" charset="-120"/>
              </a:rPr>
              <a:t>安可１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5FF6310E-F0EF-4DEF-BBAF-CB15A30BA9D1}"/>
              </a:ext>
            </a:extLst>
          </p:cNvPr>
          <p:cNvSpPr/>
          <p:nvPr/>
        </p:nvSpPr>
        <p:spPr>
          <a:xfrm>
            <a:off x="5423344" y="4414848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Picc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1DEB4D74-B29D-4C8E-9107-ADD32461027F}"/>
              </a:ext>
            </a:extLst>
          </p:cNvPr>
          <p:cNvSpPr/>
          <p:nvPr/>
        </p:nvSpPr>
        <p:spPr>
          <a:xfrm>
            <a:off x="3406727" y="6093295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F2F1067A-F838-4C74-AF6E-7518FCD42478}"/>
              </a:ext>
            </a:extLst>
          </p:cNvPr>
          <p:cNvSpPr/>
          <p:nvPr/>
        </p:nvSpPr>
        <p:spPr>
          <a:xfrm>
            <a:off x="3718940" y="5515378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C326681E-B3D4-47BD-8313-AAD3B10F624D}"/>
              </a:ext>
            </a:extLst>
          </p:cNvPr>
          <p:cNvSpPr/>
          <p:nvPr/>
        </p:nvSpPr>
        <p:spPr>
          <a:xfrm>
            <a:off x="4707080" y="4645820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E</a:t>
            </a:r>
            <a:r>
              <a:rPr lang="en-US" altLang="zh-TW" sz="1600" dirty="0" err="1">
                <a:solidFill>
                  <a:schemeClr val="tx1"/>
                </a:solidFill>
              </a:rPr>
              <a:t>♭</a:t>
            </a:r>
            <a:r>
              <a:rPr lang="en-US" altLang="zh-TW" dirty="0" err="1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62FDA9C6-486E-4E5B-BAF9-E448E9D63D9B}"/>
              </a:ext>
            </a:extLst>
          </p:cNvPr>
          <p:cNvSpPr/>
          <p:nvPr/>
        </p:nvSpPr>
        <p:spPr>
          <a:xfrm>
            <a:off x="6173003" y="4414707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0" name="橢圓 99">
            <a:extLst>
              <a:ext uri="{FF2B5EF4-FFF2-40B4-BE49-F238E27FC236}">
                <a16:creationId xmlns:a16="http://schemas.microsoft.com/office/drawing/2014/main" id="{CAB13D97-3D2D-476E-87FD-DAD5B24794D2}"/>
              </a:ext>
            </a:extLst>
          </p:cNvPr>
          <p:cNvSpPr/>
          <p:nvPr/>
        </p:nvSpPr>
        <p:spPr>
          <a:xfrm>
            <a:off x="6903423" y="465320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9740DAE0-EA51-4F8C-B3BB-302DEFDE9BB0}"/>
              </a:ext>
            </a:extLst>
          </p:cNvPr>
          <p:cNvSpPr/>
          <p:nvPr/>
        </p:nvSpPr>
        <p:spPr>
          <a:xfrm>
            <a:off x="7549052" y="506247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67CD43A2-EAA8-4238-A579-1E7B1029C782}"/>
              </a:ext>
            </a:extLst>
          </p:cNvPr>
          <p:cNvSpPr/>
          <p:nvPr/>
        </p:nvSpPr>
        <p:spPr>
          <a:xfrm>
            <a:off x="8275165" y="609748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549AE2AB-0D10-41AC-B4F4-F45972420079}"/>
              </a:ext>
            </a:extLst>
          </p:cNvPr>
          <p:cNvSpPr/>
          <p:nvPr/>
        </p:nvSpPr>
        <p:spPr>
          <a:xfrm>
            <a:off x="7994144" y="5534959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Ob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D540D912-3F95-4CE2-BB85-C7E8B4CA25AE}"/>
              </a:ext>
            </a:extLst>
          </p:cNvPr>
          <p:cNvSpPr/>
          <p:nvPr/>
        </p:nvSpPr>
        <p:spPr>
          <a:xfrm>
            <a:off x="2735126" y="59605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0C5A37CC-A4A4-4AEE-BCBC-49F6BBBEEEAA}"/>
              </a:ext>
            </a:extLst>
          </p:cNvPr>
          <p:cNvSpPr/>
          <p:nvPr/>
        </p:nvSpPr>
        <p:spPr>
          <a:xfrm>
            <a:off x="2968910" y="537296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F8734F72-194B-4398-89E0-A1B534D5338C}"/>
              </a:ext>
            </a:extLst>
          </p:cNvPr>
          <p:cNvSpPr/>
          <p:nvPr/>
        </p:nvSpPr>
        <p:spPr>
          <a:xfrm>
            <a:off x="3335436" y="482449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8C282285-2180-4434-B088-41AC5E6E0030}"/>
              </a:ext>
            </a:extLst>
          </p:cNvPr>
          <p:cNvSpPr/>
          <p:nvPr/>
        </p:nvSpPr>
        <p:spPr>
          <a:xfrm>
            <a:off x="3800173" y="4394027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B42F9674-0CC3-4D30-9198-D8B3205FAD97}"/>
              </a:ext>
            </a:extLst>
          </p:cNvPr>
          <p:cNvSpPr/>
          <p:nvPr/>
        </p:nvSpPr>
        <p:spPr>
          <a:xfrm>
            <a:off x="4328961" y="404840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3CE0F6BD-26DB-4188-AE11-C053B8B56847}"/>
              </a:ext>
            </a:extLst>
          </p:cNvPr>
          <p:cNvSpPr/>
          <p:nvPr/>
        </p:nvSpPr>
        <p:spPr>
          <a:xfrm>
            <a:off x="5538628" y="37131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973C993D-CA0C-4BD4-943A-4038ACB3C4D1}"/>
              </a:ext>
            </a:extLst>
          </p:cNvPr>
          <p:cNvSpPr/>
          <p:nvPr/>
        </p:nvSpPr>
        <p:spPr>
          <a:xfrm>
            <a:off x="6167184" y="3731916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61F57A30-A28D-4F45-A3FE-E6A597E7C9D9}"/>
              </a:ext>
            </a:extLst>
          </p:cNvPr>
          <p:cNvSpPr/>
          <p:nvPr/>
        </p:nvSpPr>
        <p:spPr>
          <a:xfrm>
            <a:off x="6800746" y="3875344"/>
            <a:ext cx="548496" cy="5484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Fl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DE4C9038-6C78-456F-9E67-01AD4EBEB6A0}"/>
              </a:ext>
            </a:extLst>
          </p:cNvPr>
          <p:cNvSpPr/>
          <p:nvPr/>
        </p:nvSpPr>
        <p:spPr>
          <a:xfrm>
            <a:off x="7401005" y="4097349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CB8CD845-3B23-45B1-BFF7-E477D2C725E7}"/>
              </a:ext>
            </a:extLst>
          </p:cNvPr>
          <p:cNvSpPr/>
          <p:nvPr/>
        </p:nvSpPr>
        <p:spPr>
          <a:xfrm>
            <a:off x="7907795" y="4475863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1DABD3B3-848B-4BC2-8AD1-44A7123077AF}"/>
              </a:ext>
            </a:extLst>
          </p:cNvPr>
          <p:cNvSpPr/>
          <p:nvPr/>
        </p:nvSpPr>
        <p:spPr>
          <a:xfrm>
            <a:off x="8345598" y="4938332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BFFD1422-C76C-466B-8505-163CFAF1F1A5}"/>
              </a:ext>
            </a:extLst>
          </p:cNvPr>
          <p:cNvSpPr/>
          <p:nvPr/>
        </p:nvSpPr>
        <p:spPr>
          <a:xfrm>
            <a:off x="8682447" y="5425744"/>
            <a:ext cx="548496" cy="548496"/>
          </a:xfrm>
          <a:prstGeom prst="ellipse">
            <a:avLst/>
          </a:prstGeom>
          <a:solidFill>
            <a:srgbClr val="FFE1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413A3407-B355-44FE-95EC-D3E19FFA97ED}"/>
              </a:ext>
            </a:extLst>
          </p:cNvPr>
          <p:cNvSpPr/>
          <p:nvPr/>
        </p:nvSpPr>
        <p:spPr>
          <a:xfrm>
            <a:off x="8925725" y="5994371"/>
            <a:ext cx="548496" cy="54849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E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Bs.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E5642DE1-30BC-428B-B219-1D55DEDCC8BF}"/>
              </a:ext>
            </a:extLst>
          </p:cNvPr>
          <p:cNvSpPr/>
          <p:nvPr/>
        </p:nvSpPr>
        <p:spPr>
          <a:xfrm>
            <a:off x="2096592" y="5728686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3FA7863A-9735-457C-BCF6-C49816C8A94D}"/>
              </a:ext>
            </a:extLst>
          </p:cNvPr>
          <p:cNvSpPr/>
          <p:nvPr/>
        </p:nvSpPr>
        <p:spPr>
          <a:xfrm>
            <a:off x="2344641" y="51060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D92EB931-4C57-41D3-8E8A-6DEA04499A9E}"/>
              </a:ext>
            </a:extLst>
          </p:cNvPr>
          <p:cNvSpPr/>
          <p:nvPr/>
        </p:nvSpPr>
        <p:spPr>
          <a:xfrm>
            <a:off x="2718732" y="4544639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FE94CC27-09D4-49F4-859A-48162A62099F}"/>
              </a:ext>
            </a:extLst>
          </p:cNvPr>
          <p:cNvSpPr/>
          <p:nvPr/>
        </p:nvSpPr>
        <p:spPr>
          <a:xfrm>
            <a:off x="3173627" y="4057421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B3E9233C-3A43-4066-B4D7-B40625876700}"/>
              </a:ext>
            </a:extLst>
          </p:cNvPr>
          <p:cNvSpPr/>
          <p:nvPr/>
        </p:nvSpPr>
        <p:spPr>
          <a:xfrm>
            <a:off x="3691394" y="3655632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681987E-3902-47BF-A0FA-DA3601669DFA}"/>
              </a:ext>
            </a:extLst>
          </p:cNvPr>
          <p:cNvSpPr/>
          <p:nvPr/>
        </p:nvSpPr>
        <p:spPr>
          <a:xfrm>
            <a:off x="4322452" y="334356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2" name="橢圓 141">
            <a:extLst>
              <a:ext uri="{FF2B5EF4-FFF2-40B4-BE49-F238E27FC236}">
                <a16:creationId xmlns:a16="http://schemas.microsoft.com/office/drawing/2014/main" id="{FC08801F-D81A-40B6-B1BA-7F1192DFE2AA}"/>
              </a:ext>
            </a:extLst>
          </p:cNvPr>
          <p:cNvSpPr/>
          <p:nvPr/>
        </p:nvSpPr>
        <p:spPr>
          <a:xfrm>
            <a:off x="7998860" y="3691639"/>
            <a:ext cx="548496" cy="54849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橢圓 145">
            <a:extLst>
              <a:ext uri="{FF2B5EF4-FFF2-40B4-BE49-F238E27FC236}">
                <a16:creationId xmlns:a16="http://schemas.microsoft.com/office/drawing/2014/main" id="{B8B2F8E3-2F7A-4B20-AA43-2E6B0B00216A}"/>
              </a:ext>
            </a:extLst>
          </p:cNvPr>
          <p:cNvSpPr/>
          <p:nvPr/>
        </p:nvSpPr>
        <p:spPr>
          <a:xfrm>
            <a:off x="4122040" y="5036934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8" name="橢圓 147">
            <a:extLst>
              <a:ext uri="{FF2B5EF4-FFF2-40B4-BE49-F238E27FC236}">
                <a16:creationId xmlns:a16="http://schemas.microsoft.com/office/drawing/2014/main" id="{747B4B43-5FE5-41BE-A5F6-321C34712D09}"/>
              </a:ext>
            </a:extLst>
          </p:cNvPr>
          <p:cNvSpPr/>
          <p:nvPr/>
        </p:nvSpPr>
        <p:spPr>
          <a:xfrm>
            <a:off x="4921988" y="3817455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D0DFA6D4-72CE-4633-AFD0-72A8CD55E1F8}"/>
              </a:ext>
            </a:extLst>
          </p:cNvPr>
          <p:cNvSpPr/>
          <p:nvPr/>
        </p:nvSpPr>
        <p:spPr>
          <a:xfrm rot="1396589">
            <a:off x="1235724" y="5375518"/>
            <a:ext cx="714103" cy="543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Harp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847EB68D-D687-4924-AE09-4E2EFF079BDB}"/>
              </a:ext>
            </a:extLst>
          </p:cNvPr>
          <p:cNvSpPr/>
          <p:nvPr/>
        </p:nvSpPr>
        <p:spPr>
          <a:xfrm rot="18844434">
            <a:off x="1546567" y="3501344"/>
            <a:ext cx="1090493" cy="1335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Piano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1" name="橢圓 150">
            <a:extLst>
              <a:ext uri="{FF2B5EF4-FFF2-40B4-BE49-F238E27FC236}">
                <a16:creationId xmlns:a16="http://schemas.microsoft.com/office/drawing/2014/main" id="{68ADD6CF-F193-4537-8B5B-582321CF1096}"/>
              </a:ext>
            </a:extLst>
          </p:cNvPr>
          <p:cNvSpPr/>
          <p:nvPr/>
        </p:nvSpPr>
        <p:spPr>
          <a:xfrm>
            <a:off x="5368169" y="2331168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2" name="橢圓 151">
            <a:extLst>
              <a:ext uri="{FF2B5EF4-FFF2-40B4-BE49-F238E27FC236}">
                <a16:creationId xmlns:a16="http://schemas.microsoft.com/office/drawing/2014/main" id="{D68D25CF-ED73-4235-9B34-894503A679CE}"/>
              </a:ext>
            </a:extLst>
          </p:cNvPr>
          <p:cNvSpPr/>
          <p:nvPr/>
        </p:nvSpPr>
        <p:spPr>
          <a:xfrm>
            <a:off x="5017092" y="240085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3" name="橢圓 152">
            <a:extLst>
              <a:ext uri="{FF2B5EF4-FFF2-40B4-BE49-F238E27FC236}">
                <a16:creationId xmlns:a16="http://schemas.microsoft.com/office/drawing/2014/main" id="{79F515F1-51F6-4D21-8AF3-D91B7699150B}"/>
              </a:ext>
            </a:extLst>
          </p:cNvPr>
          <p:cNvSpPr/>
          <p:nvPr/>
        </p:nvSpPr>
        <p:spPr>
          <a:xfrm>
            <a:off x="4666408" y="247425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4" name="橢圓 153">
            <a:extLst>
              <a:ext uri="{FF2B5EF4-FFF2-40B4-BE49-F238E27FC236}">
                <a16:creationId xmlns:a16="http://schemas.microsoft.com/office/drawing/2014/main" id="{2E9EB8E4-FA0F-47EE-8F09-A8FAD42D6F34}"/>
              </a:ext>
            </a:extLst>
          </p:cNvPr>
          <p:cNvSpPr/>
          <p:nvPr/>
        </p:nvSpPr>
        <p:spPr>
          <a:xfrm>
            <a:off x="4318856" y="2583897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5" name="橢圓 154">
            <a:extLst>
              <a:ext uri="{FF2B5EF4-FFF2-40B4-BE49-F238E27FC236}">
                <a16:creationId xmlns:a16="http://schemas.microsoft.com/office/drawing/2014/main" id="{BAA6F793-6CB2-4171-8A16-EF2ADE0AC0E4}"/>
              </a:ext>
            </a:extLst>
          </p:cNvPr>
          <p:cNvSpPr/>
          <p:nvPr/>
        </p:nvSpPr>
        <p:spPr>
          <a:xfrm>
            <a:off x="3651798" y="2845470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6" name="橢圓 155">
            <a:extLst>
              <a:ext uri="{FF2B5EF4-FFF2-40B4-BE49-F238E27FC236}">
                <a16:creationId xmlns:a16="http://schemas.microsoft.com/office/drawing/2014/main" id="{3CC7D887-AE79-45D7-B546-2638F00EF94B}"/>
              </a:ext>
            </a:extLst>
          </p:cNvPr>
          <p:cNvSpPr/>
          <p:nvPr/>
        </p:nvSpPr>
        <p:spPr>
          <a:xfrm>
            <a:off x="3361191" y="3056736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8351FA45-4609-4375-9E5B-2B42B2F4CE60}"/>
              </a:ext>
            </a:extLst>
          </p:cNvPr>
          <p:cNvCxnSpPr>
            <a:stCxn id="4" idx="0"/>
            <a:endCxn id="77" idx="13"/>
          </p:cNvCxnSpPr>
          <p:nvPr/>
        </p:nvCxnSpPr>
        <p:spPr>
          <a:xfrm>
            <a:off x="6083096" y="117038"/>
            <a:ext cx="31606" cy="48649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橢圓 158">
            <a:extLst>
              <a:ext uri="{FF2B5EF4-FFF2-40B4-BE49-F238E27FC236}">
                <a16:creationId xmlns:a16="http://schemas.microsoft.com/office/drawing/2014/main" id="{54CB8675-45CE-4A75-9AFC-19BAF3459BD7}"/>
              </a:ext>
            </a:extLst>
          </p:cNvPr>
          <p:cNvSpPr/>
          <p:nvPr/>
        </p:nvSpPr>
        <p:spPr>
          <a:xfrm>
            <a:off x="6121847" y="23172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3B2BA86D-7B23-4F71-82ED-43B8C08B5328}"/>
              </a:ext>
            </a:extLst>
          </p:cNvPr>
          <p:cNvSpPr/>
          <p:nvPr/>
        </p:nvSpPr>
        <p:spPr>
          <a:xfrm>
            <a:off x="6459850" y="233959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1" name="橢圓 160">
            <a:extLst>
              <a:ext uri="{FF2B5EF4-FFF2-40B4-BE49-F238E27FC236}">
                <a16:creationId xmlns:a16="http://schemas.microsoft.com/office/drawing/2014/main" id="{E62EBD08-2A9C-4E1C-8A70-BF351DD8942C}"/>
              </a:ext>
            </a:extLst>
          </p:cNvPr>
          <p:cNvSpPr/>
          <p:nvPr/>
        </p:nvSpPr>
        <p:spPr>
          <a:xfrm>
            <a:off x="6790526" y="238819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2" name="橢圓 161">
            <a:extLst>
              <a:ext uri="{FF2B5EF4-FFF2-40B4-BE49-F238E27FC236}">
                <a16:creationId xmlns:a16="http://schemas.microsoft.com/office/drawing/2014/main" id="{1EF8246B-EA7B-43BB-A627-B3FA5E1FDBB6}"/>
              </a:ext>
            </a:extLst>
          </p:cNvPr>
          <p:cNvSpPr/>
          <p:nvPr/>
        </p:nvSpPr>
        <p:spPr>
          <a:xfrm>
            <a:off x="7115745" y="2472105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12482CFB-8D7A-4E4A-8599-B9089500135D}"/>
              </a:ext>
            </a:extLst>
          </p:cNvPr>
          <p:cNvSpPr txBox="1"/>
          <p:nvPr/>
        </p:nvSpPr>
        <p:spPr>
          <a:xfrm>
            <a:off x="8739663" y="657285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10</a:t>
            </a:r>
            <a:endParaRPr lang="zh-TW" altLang="en-US" b="1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E462BC0-5215-49FC-8D48-281E407D331D}"/>
              </a:ext>
            </a:extLst>
          </p:cNvPr>
          <p:cNvSpPr txBox="1"/>
          <p:nvPr/>
        </p:nvSpPr>
        <p:spPr>
          <a:xfrm>
            <a:off x="9377815" y="64545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13</a:t>
            </a:r>
            <a:endParaRPr lang="zh-TW" altLang="en-US" b="1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8E1C4746-394F-4016-9520-ED281563D3B5}"/>
              </a:ext>
            </a:extLst>
          </p:cNvPr>
          <p:cNvSpPr txBox="1"/>
          <p:nvPr/>
        </p:nvSpPr>
        <p:spPr>
          <a:xfrm>
            <a:off x="10043370" y="6276649"/>
            <a:ext cx="73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16</a:t>
            </a:r>
            <a:endParaRPr lang="zh-TW" altLang="en-US" b="1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3FECA06-F9FB-4D47-87DE-40AF5A97BD31}"/>
              </a:ext>
            </a:extLst>
          </p:cNvPr>
          <p:cNvSpPr/>
          <p:nvPr/>
        </p:nvSpPr>
        <p:spPr>
          <a:xfrm>
            <a:off x="4913730" y="3123789"/>
            <a:ext cx="548496" cy="548496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Hn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74" name="橢圓 173">
            <a:extLst>
              <a:ext uri="{FF2B5EF4-FFF2-40B4-BE49-F238E27FC236}">
                <a16:creationId xmlns:a16="http://schemas.microsoft.com/office/drawing/2014/main" id="{F6B3911A-16C7-43FC-BF44-C972DC4AD7DB}"/>
              </a:ext>
            </a:extLst>
          </p:cNvPr>
          <p:cNvSpPr/>
          <p:nvPr/>
        </p:nvSpPr>
        <p:spPr>
          <a:xfrm>
            <a:off x="3983633" y="2699875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5" name="橢圓 174">
            <a:extLst>
              <a:ext uri="{FF2B5EF4-FFF2-40B4-BE49-F238E27FC236}">
                <a16:creationId xmlns:a16="http://schemas.microsoft.com/office/drawing/2014/main" id="{9B13869D-18F9-4E86-B0F6-563EE2C88FDC}"/>
              </a:ext>
            </a:extLst>
          </p:cNvPr>
          <p:cNvSpPr/>
          <p:nvPr/>
        </p:nvSpPr>
        <p:spPr>
          <a:xfrm>
            <a:off x="2814689" y="3486512"/>
            <a:ext cx="342849" cy="34284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6" name="橢圓 175">
            <a:extLst>
              <a:ext uri="{FF2B5EF4-FFF2-40B4-BE49-F238E27FC236}">
                <a16:creationId xmlns:a16="http://schemas.microsoft.com/office/drawing/2014/main" id="{5ECDAF9A-72BE-409D-B5F6-BA760E353B97}"/>
              </a:ext>
            </a:extLst>
          </p:cNvPr>
          <p:cNvSpPr/>
          <p:nvPr/>
        </p:nvSpPr>
        <p:spPr>
          <a:xfrm>
            <a:off x="7440799" y="2560462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7" name="橢圓 176">
            <a:extLst>
              <a:ext uri="{FF2B5EF4-FFF2-40B4-BE49-F238E27FC236}">
                <a16:creationId xmlns:a16="http://schemas.microsoft.com/office/drawing/2014/main" id="{00E7B473-CB98-49C4-82C7-9D46CBD5E8D0}"/>
              </a:ext>
            </a:extLst>
          </p:cNvPr>
          <p:cNvSpPr/>
          <p:nvPr/>
        </p:nvSpPr>
        <p:spPr>
          <a:xfrm>
            <a:off x="7770573" y="2636143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8" name="橢圓 177">
            <a:extLst>
              <a:ext uri="{FF2B5EF4-FFF2-40B4-BE49-F238E27FC236}">
                <a16:creationId xmlns:a16="http://schemas.microsoft.com/office/drawing/2014/main" id="{8A80E4CF-B728-4524-B9AC-C17786150B0A}"/>
              </a:ext>
            </a:extLst>
          </p:cNvPr>
          <p:cNvSpPr/>
          <p:nvPr/>
        </p:nvSpPr>
        <p:spPr>
          <a:xfrm>
            <a:off x="8094864" y="27617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9" name="橢圓 178">
            <a:extLst>
              <a:ext uri="{FF2B5EF4-FFF2-40B4-BE49-F238E27FC236}">
                <a16:creationId xmlns:a16="http://schemas.microsoft.com/office/drawing/2014/main" id="{EB6963D9-EDB7-45CD-80CA-FD66B2FE98BF}"/>
              </a:ext>
            </a:extLst>
          </p:cNvPr>
          <p:cNvSpPr/>
          <p:nvPr/>
        </p:nvSpPr>
        <p:spPr>
          <a:xfrm>
            <a:off x="8381484" y="2937016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0" name="橢圓 179">
            <a:extLst>
              <a:ext uri="{FF2B5EF4-FFF2-40B4-BE49-F238E27FC236}">
                <a16:creationId xmlns:a16="http://schemas.microsoft.com/office/drawing/2014/main" id="{3628D85A-5C7E-4FCF-9CD5-6362EB1D6D45}"/>
              </a:ext>
            </a:extLst>
          </p:cNvPr>
          <p:cNvSpPr/>
          <p:nvPr/>
        </p:nvSpPr>
        <p:spPr>
          <a:xfrm>
            <a:off x="8654386" y="3144688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1" name="橢圓 180">
            <a:extLst>
              <a:ext uri="{FF2B5EF4-FFF2-40B4-BE49-F238E27FC236}">
                <a16:creationId xmlns:a16="http://schemas.microsoft.com/office/drawing/2014/main" id="{53F3E093-3FDF-424B-A38E-FF1436BE9664}"/>
              </a:ext>
            </a:extLst>
          </p:cNvPr>
          <p:cNvSpPr/>
          <p:nvPr/>
        </p:nvSpPr>
        <p:spPr>
          <a:xfrm>
            <a:off x="8923900" y="3359687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2" name="橢圓 181">
            <a:extLst>
              <a:ext uri="{FF2B5EF4-FFF2-40B4-BE49-F238E27FC236}">
                <a16:creationId xmlns:a16="http://schemas.microsoft.com/office/drawing/2014/main" id="{37D204F8-66C8-4EBC-9C1B-0C4A7C788196}"/>
              </a:ext>
            </a:extLst>
          </p:cNvPr>
          <p:cNvSpPr/>
          <p:nvPr/>
        </p:nvSpPr>
        <p:spPr>
          <a:xfrm>
            <a:off x="9183233" y="3589249"/>
            <a:ext cx="328076" cy="3280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EE9D5EBB-4134-4D4F-855F-3E02FC77C86A}"/>
              </a:ext>
            </a:extLst>
          </p:cNvPr>
          <p:cNvSpPr txBox="1"/>
          <p:nvPr/>
        </p:nvSpPr>
        <p:spPr>
          <a:xfrm>
            <a:off x="4393417" y="1769065"/>
            <a:ext cx="579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err="1"/>
              <a:t>Tp</a:t>
            </a:r>
            <a:r>
              <a:rPr lang="en-US" altLang="zh-TW" b="1" dirty="0"/>
              <a:t> 9</a:t>
            </a:r>
            <a:endParaRPr lang="zh-TW" altLang="en-US" b="1" dirty="0"/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50F0791F-E179-4E47-8959-3BFA96235ED0}"/>
              </a:ext>
            </a:extLst>
          </p:cNvPr>
          <p:cNvSpPr txBox="1"/>
          <p:nvPr/>
        </p:nvSpPr>
        <p:spPr>
          <a:xfrm>
            <a:off x="6867210" y="1741817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Tb 11</a:t>
            </a:r>
            <a:endParaRPr lang="zh-TW" altLang="en-US" b="1" dirty="0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C4CF0D52-B145-4C73-90BD-E1B32ECA6603}"/>
              </a:ext>
            </a:extLst>
          </p:cNvPr>
          <p:cNvSpPr/>
          <p:nvPr/>
        </p:nvSpPr>
        <p:spPr>
          <a:xfrm>
            <a:off x="5502186" y="3053346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B448BB93-633F-4DC9-A4F1-44C3FAEE644A}"/>
              </a:ext>
            </a:extLst>
          </p:cNvPr>
          <p:cNvSpPr/>
          <p:nvPr/>
        </p:nvSpPr>
        <p:spPr>
          <a:xfrm>
            <a:off x="6178753" y="3043845"/>
            <a:ext cx="548496" cy="54849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Bsn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7" name="橢圓 186">
            <a:extLst>
              <a:ext uri="{FF2B5EF4-FFF2-40B4-BE49-F238E27FC236}">
                <a16:creationId xmlns:a16="http://schemas.microsoft.com/office/drawing/2014/main" id="{0807224D-4E12-4589-9E5E-9E6127764B42}"/>
              </a:ext>
            </a:extLst>
          </p:cNvPr>
          <p:cNvSpPr/>
          <p:nvPr/>
        </p:nvSpPr>
        <p:spPr>
          <a:xfrm>
            <a:off x="6809270" y="3186923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8" name="橢圓 187">
            <a:extLst>
              <a:ext uri="{FF2B5EF4-FFF2-40B4-BE49-F238E27FC236}">
                <a16:creationId xmlns:a16="http://schemas.microsoft.com/office/drawing/2014/main" id="{0F7DE418-2BD7-4189-83C2-A89330C5D977}"/>
              </a:ext>
            </a:extLst>
          </p:cNvPr>
          <p:cNvSpPr/>
          <p:nvPr/>
        </p:nvSpPr>
        <p:spPr>
          <a:xfrm>
            <a:off x="7427717" y="3407902"/>
            <a:ext cx="548496" cy="5484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BsCl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94241258-C22B-420B-BFD8-C33DC502141E}"/>
              </a:ext>
            </a:extLst>
          </p:cNvPr>
          <p:cNvSpPr/>
          <p:nvPr/>
        </p:nvSpPr>
        <p:spPr>
          <a:xfrm>
            <a:off x="9556389" y="5765934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St.Bs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D685DDE1-0B4F-4C7B-95C6-AB25D98BFD8D}"/>
              </a:ext>
            </a:extLst>
          </p:cNvPr>
          <p:cNvSpPr/>
          <p:nvPr/>
        </p:nvSpPr>
        <p:spPr>
          <a:xfrm>
            <a:off x="9312919" y="515687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4ABABA1E-940B-4E0C-94B4-C8DA1FBCFA4B}"/>
              </a:ext>
            </a:extLst>
          </p:cNvPr>
          <p:cNvSpPr/>
          <p:nvPr/>
        </p:nvSpPr>
        <p:spPr>
          <a:xfrm>
            <a:off x="8961534" y="46114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Tuba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077AFC44-93B4-4E8F-AEF0-7E7107A49A8E}"/>
              </a:ext>
            </a:extLst>
          </p:cNvPr>
          <p:cNvSpPr/>
          <p:nvPr/>
        </p:nvSpPr>
        <p:spPr>
          <a:xfrm>
            <a:off x="8511092" y="4126305"/>
            <a:ext cx="548496" cy="548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400" dirty="0" err="1">
                <a:solidFill>
                  <a:schemeClr val="tx1"/>
                </a:solidFill>
              </a:rPr>
              <a:t>Euph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979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78FF1BC-D943-453E-8242-D48B4E17E8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005" y="2858452"/>
            <a:ext cx="5776876" cy="1896428"/>
          </a:xfrm>
          <a:prstGeom prst="rect">
            <a:avLst/>
          </a:prstGeom>
        </p:spPr>
      </p:pic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AD672508-27E6-434D-8C7F-071743B0954F}"/>
              </a:ext>
            </a:extLst>
          </p:cNvPr>
          <p:cNvCxnSpPr/>
          <p:nvPr/>
        </p:nvCxnSpPr>
        <p:spPr>
          <a:xfrm>
            <a:off x="5451566" y="2717079"/>
            <a:ext cx="0" cy="1036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9A9A58E-3A15-44CB-9EC2-BF0702A0E4C1}"/>
              </a:ext>
            </a:extLst>
          </p:cNvPr>
          <p:cNvCxnSpPr>
            <a:cxnSpLocks/>
          </p:cNvCxnSpPr>
          <p:nvPr/>
        </p:nvCxnSpPr>
        <p:spPr>
          <a:xfrm>
            <a:off x="8225246" y="2717079"/>
            <a:ext cx="0" cy="1036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47263865-E976-4BF3-A9B9-C43597EDE031}"/>
              </a:ext>
            </a:extLst>
          </p:cNvPr>
          <p:cNvSpPr txBox="1"/>
          <p:nvPr/>
        </p:nvSpPr>
        <p:spPr>
          <a:xfrm>
            <a:off x="4910392" y="239141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Topedia Sans TW Beta" pitchFamily="2" charset="-120"/>
                <a:ea typeface="Topedia Sans TW Beta" pitchFamily="2" charset="-120"/>
              </a:rPr>
              <a:t>地下停車場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A855FB5-10B8-43E5-8535-B56F99FE3B13}"/>
              </a:ext>
            </a:extLst>
          </p:cNvPr>
          <p:cNvSpPr txBox="1"/>
          <p:nvPr/>
        </p:nvSpPr>
        <p:spPr>
          <a:xfrm>
            <a:off x="7594304" y="2409302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Topedia Sans TW Beta" pitchFamily="2" charset="-120"/>
                <a:ea typeface="Topedia Sans TW Beta" pitchFamily="2" charset="-120"/>
              </a:rPr>
              <a:t>演職人員入口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77629099-45DB-47D9-ABD4-FC85D4EF2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13" y="327644"/>
            <a:ext cx="5779509" cy="23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83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CBB2CDE-8721-4CC7-A770-130A23655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274" y="1398288"/>
            <a:ext cx="5207726" cy="545971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CEB497C-F5AB-4B1A-B5AA-F88C115C4A2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398288"/>
            <a:ext cx="7025686" cy="5459712"/>
          </a:xfrm>
          <a:prstGeom prst="rect">
            <a:avLst/>
          </a:prstGeom>
        </p:spPr>
      </p:pic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E6123D6-3FB8-4BF4-8632-C1DA4A39CE20}"/>
              </a:ext>
            </a:extLst>
          </p:cNvPr>
          <p:cNvCxnSpPr>
            <a:cxnSpLocks/>
          </p:cNvCxnSpPr>
          <p:nvPr/>
        </p:nvCxnSpPr>
        <p:spPr>
          <a:xfrm>
            <a:off x="2603862" y="1663337"/>
            <a:ext cx="0" cy="13237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0AC073D8-7A04-494A-BDBA-DC2578BEE38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3200399" y="2046470"/>
            <a:ext cx="0" cy="7756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85C6328-5C59-4B60-99F8-D8F58582FAC8}"/>
              </a:ext>
            </a:extLst>
          </p:cNvPr>
          <p:cNvCxnSpPr>
            <a:cxnSpLocks/>
          </p:cNvCxnSpPr>
          <p:nvPr/>
        </p:nvCxnSpPr>
        <p:spPr>
          <a:xfrm>
            <a:off x="3718559" y="1663337"/>
            <a:ext cx="0" cy="11588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A44F0DE6-87AB-4E04-BCA0-C916C1FC64F5}"/>
              </a:ext>
            </a:extLst>
          </p:cNvPr>
          <p:cNvSpPr/>
          <p:nvPr/>
        </p:nvSpPr>
        <p:spPr>
          <a:xfrm>
            <a:off x="2800289" y="1461695"/>
            <a:ext cx="8002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cs typeface="新細明體" panose="02020500000000000000" pitchFamily="18" charset="-120"/>
              </a:rPr>
              <a:t>02</a:t>
            </a:r>
          </a:p>
          <a:p>
            <a:pPr algn="ctr"/>
            <a:r>
              <a:rPr lang="zh-TW" altLang="en-US" sz="1600" b="1" kern="0" dirty="0">
                <a:solidFill>
                  <a:srgbClr val="000000"/>
                </a:solidFill>
                <a:ea typeface="Topedia Sans TW Beta" pitchFamily="2" charset="-120"/>
                <a:cs typeface="新細明體" panose="02020500000000000000" pitchFamily="18" charset="-120"/>
              </a:rPr>
              <a:t>女團員</a:t>
            </a:r>
            <a:endParaRPr lang="zh-TW" altLang="en-US" sz="1600" b="1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57CCB0-07C6-4941-B119-94957150D4D8}"/>
              </a:ext>
            </a:extLst>
          </p:cNvPr>
          <p:cNvSpPr/>
          <p:nvPr/>
        </p:nvSpPr>
        <p:spPr>
          <a:xfrm>
            <a:off x="2101160" y="1105900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cs typeface="新細明體" panose="02020500000000000000" pitchFamily="18" charset="-120"/>
              </a:rPr>
              <a:t>01</a:t>
            </a:r>
          </a:p>
          <a:p>
            <a:pPr algn="ctr"/>
            <a:r>
              <a:rPr lang="zh-TW" altLang="zh-TW" sz="1600" b="1" kern="0" dirty="0">
                <a:solidFill>
                  <a:srgbClr val="000000"/>
                </a:solidFill>
                <a:ea typeface="Topedia Sans TW Beta" pitchFamily="2" charset="-120"/>
                <a:cs typeface="新細明體" panose="02020500000000000000" pitchFamily="18" charset="-120"/>
              </a:rPr>
              <a:t>指揮老師</a:t>
            </a:r>
            <a:endParaRPr lang="zh-TW" altLang="en-US" sz="16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9F9E53-D2F6-43F9-BA9F-12B39F80AD52}"/>
              </a:ext>
            </a:extLst>
          </p:cNvPr>
          <p:cNvSpPr/>
          <p:nvPr/>
        </p:nvSpPr>
        <p:spPr>
          <a:xfrm>
            <a:off x="3283985" y="1092760"/>
            <a:ext cx="86914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03</a:t>
            </a:r>
            <a:r>
              <a:rPr lang="zh-TW" altLang="en-US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zh-TW" altLang="en-US" sz="1600" b="1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佳勳</a:t>
            </a:r>
            <a:endParaRPr lang="en-US" altLang="zh-TW" sz="1600" b="1" kern="0" dirty="0">
              <a:solidFill>
                <a:srgbClr val="000000"/>
              </a:solidFill>
              <a:latin typeface="Topedia Sans TW Beta" pitchFamily="2" charset="-120"/>
              <a:ea typeface="Topedia Sans TW Beta" pitchFamily="2" charset="-120"/>
            </a:endParaRPr>
          </a:p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04</a:t>
            </a:r>
            <a:r>
              <a:rPr lang="zh-TW" altLang="en-US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 </a:t>
            </a:r>
            <a:r>
              <a:rPr lang="zh-TW" altLang="en-US" sz="1600" b="1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校長</a:t>
            </a:r>
            <a:endParaRPr lang="en-US" altLang="zh-TW" sz="1600" b="1" kern="0" dirty="0">
              <a:solidFill>
                <a:srgbClr val="000000"/>
              </a:solidFill>
              <a:latin typeface="Topedia Sans TW Beta" pitchFamily="2" charset="-120"/>
              <a:ea typeface="Topedia Sans TW Beta" pitchFamily="2" charset="-120"/>
            </a:endParaRPr>
          </a:p>
          <a:p>
            <a:pPr algn="ctr"/>
            <a:endParaRPr lang="zh-TW" altLang="en-US" sz="160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FD3A54-32B8-4080-BF1E-D1137762F09F}"/>
              </a:ext>
            </a:extLst>
          </p:cNvPr>
          <p:cNvSpPr/>
          <p:nvPr/>
        </p:nvSpPr>
        <p:spPr>
          <a:xfrm>
            <a:off x="4151053" y="1092760"/>
            <a:ext cx="108234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14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  <a:cs typeface="新細明體" panose="02020500000000000000" pitchFamily="18" charset="-120"/>
              </a:rPr>
              <a:t>團體辦公室</a:t>
            </a:r>
            <a:endParaRPr lang="en-US" altLang="zh-TW" sz="1400" kern="0" dirty="0">
              <a:solidFill>
                <a:srgbClr val="000000"/>
              </a:solidFill>
              <a:latin typeface="Topedia Sans TW Beta" pitchFamily="2" charset="-120"/>
              <a:ea typeface="Topedia Sans TW Beta" pitchFamily="2" charset="-120"/>
              <a:cs typeface="新細明體" panose="02020500000000000000" pitchFamily="18" charset="-120"/>
            </a:endParaRPr>
          </a:p>
          <a:p>
            <a:pPr algn="ctr"/>
            <a:r>
              <a:rPr lang="zh-TW" altLang="en-US" sz="1600" b="1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</a:rPr>
              <a:t>工作人員</a:t>
            </a:r>
            <a:endParaRPr lang="zh-TW" altLang="en-US" sz="1600" b="1" dirty="0">
              <a:latin typeface="Topedia Sans TW Beta" pitchFamily="2" charset="-120"/>
              <a:ea typeface="Topedia Sans TW Beta" pitchFamily="2" charset="-120"/>
            </a:endParaRP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12541616-3D35-4AC5-B899-607767D5F0F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692228" y="1646758"/>
            <a:ext cx="1177349" cy="16973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F7C96432-A846-4B08-ABA5-4C5C5461B04E}"/>
              </a:ext>
            </a:extLst>
          </p:cNvPr>
          <p:cNvCxnSpPr>
            <a:cxnSpLocks/>
          </p:cNvCxnSpPr>
          <p:nvPr/>
        </p:nvCxnSpPr>
        <p:spPr>
          <a:xfrm>
            <a:off x="7833359" y="1558834"/>
            <a:ext cx="0" cy="691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B7E3BFD-A167-4DB1-9DF3-6EF2425AB122}"/>
              </a:ext>
            </a:extLst>
          </p:cNvPr>
          <p:cNvSpPr/>
          <p:nvPr/>
        </p:nvSpPr>
        <p:spPr>
          <a:xfrm>
            <a:off x="7330659" y="974059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  <a:cs typeface="新細明體" panose="02020500000000000000" pitchFamily="18" charset="-120"/>
              </a:rPr>
              <a:t>05/06</a:t>
            </a:r>
          </a:p>
          <a:p>
            <a:pPr algn="ctr"/>
            <a:r>
              <a:rPr lang="zh-TW" altLang="en-US" sz="1600" b="1" dirty="0">
                <a:latin typeface="Topedia Sans TW Beta" pitchFamily="2" charset="-120"/>
                <a:ea typeface="Topedia Sans TW Beta" pitchFamily="2" charset="-120"/>
              </a:rPr>
              <a:t>協演老師</a:t>
            </a: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D5B67A6-621C-4642-A51B-EE4233EE38E4}"/>
              </a:ext>
            </a:extLst>
          </p:cNvPr>
          <p:cNvCxnSpPr>
            <a:cxnSpLocks/>
          </p:cNvCxnSpPr>
          <p:nvPr/>
        </p:nvCxnSpPr>
        <p:spPr>
          <a:xfrm>
            <a:off x="9646435" y="1558834"/>
            <a:ext cx="0" cy="691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C741076D-F0A0-4237-A814-95F33E8AA9E6}"/>
              </a:ext>
            </a:extLst>
          </p:cNvPr>
          <p:cNvSpPr/>
          <p:nvPr/>
        </p:nvSpPr>
        <p:spPr>
          <a:xfrm>
            <a:off x="9132516" y="974059"/>
            <a:ext cx="10278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  <a:cs typeface="新細明體" panose="02020500000000000000" pitchFamily="18" charset="-120"/>
              </a:rPr>
              <a:t>07/08/08</a:t>
            </a:r>
          </a:p>
          <a:p>
            <a:pPr algn="ctr"/>
            <a:r>
              <a:rPr lang="zh-TW" altLang="en-US" sz="1600" b="1" dirty="0">
                <a:latin typeface="Topedia Sans TW Beta" pitchFamily="2" charset="-120"/>
                <a:ea typeface="Topedia Sans TW Beta" pitchFamily="2" charset="-120"/>
              </a:rPr>
              <a:t>男團員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90AFBB7-8579-4D49-9484-A3BD2234568F}"/>
              </a:ext>
            </a:extLst>
          </p:cNvPr>
          <p:cNvSpPr/>
          <p:nvPr/>
        </p:nvSpPr>
        <p:spPr>
          <a:xfrm>
            <a:off x="3731810" y="539886"/>
            <a:ext cx="6976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2000" b="1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  <a:cs typeface="新細明體" panose="02020500000000000000" pitchFamily="18" charset="-120"/>
              </a:rPr>
              <a:t>一樓</a:t>
            </a:r>
            <a:endParaRPr lang="zh-TW" altLang="en-US" sz="2400" b="1" dirty="0">
              <a:latin typeface="Topedia Sans TW Beta" pitchFamily="2" charset="-120"/>
              <a:ea typeface="Topedia Sans TW Beta" pitchFamily="2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F111F5-5241-4833-9235-161136F32D7F}"/>
              </a:ext>
            </a:extLst>
          </p:cNvPr>
          <p:cNvSpPr/>
          <p:nvPr/>
        </p:nvSpPr>
        <p:spPr>
          <a:xfrm>
            <a:off x="9041140" y="568861"/>
            <a:ext cx="1210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2000" b="1" kern="0" dirty="0">
                <a:solidFill>
                  <a:srgbClr val="000000"/>
                </a:solidFill>
                <a:latin typeface="Topedia Sans TW Beta" pitchFamily="2" charset="-120"/>
                <a:ea typeface="Topedia Sans TW Beta" pitchFamily="2" charset="-120"/>
                <a:cs typeface="新細明體" panose="02020500000000000000" pitchFamily="18" charset="-120"/>
              </a:rPr>
              <a:t>地下一樓</a:t>
            </a:r>
            <a:endParaRPr lang="zh-TW" altLang="en-US" sz="2400" b="1" dirty="0">
              <a:latin typeface="Topedia Sans TW Beta" pitchFamily="2" charset="-120"/>
              <a:ea typeface="Topedia Sans TW Beta" pitchFamily="2" charset="-120"/>
            </a:endParaRP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3359D00F-81F7-4E8E-9439-790CFB047FAF}"/>
              </a:ext>
            </a:extLst>
          </p:cNvPr>
          <p:cNvCxnSpPr/>
          <p:nvPr/>
        </p:nvCxnSpPr>
        <p:spPr>
          <a:xfrm>
            <a:off x="2101160" y="968971"/>
            <a:ext cx="4125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637F2580-8B1C-4197-8C32-9F4608A437D8}"/>
              </a:ext>
            </a:extLst>
          </p:cNvPr>
          <p:cNvCxnSpPr>
            <a:cxnSpLocks/>
          </p:cNvCxnSpPr>
          <p:nvPr/>
        </p:nvCxnSpPr>
        <p:spPr>
          <a:xfrm>
            <a:off x="7217446" y="968971"/>
            <a:ext cx="4774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75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1287</Words>
  <Application>Microsoft Office PowerPoint</Application>
  <PresentationFormat>寬螢幕</PresentationFormat>
  <Paragraphs>1004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Topedia Sans TW Beta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Angus</dc:creator>
  <cp:lastModifiedBy>承軒 杜</cp:lastModifiedBy>
  <cp:revision>49</cp:revision>
  <dcterms:created xsi:type="dcterms:W3CDTF">2025-08-01T15:54:46Z</dcterms:created>
  <dcterms:modified xsi:type="dcterms:W3CDTF">2026-07-21T18:19:37Z</dcterms:modified>
</cp:coreProperties>
</file>